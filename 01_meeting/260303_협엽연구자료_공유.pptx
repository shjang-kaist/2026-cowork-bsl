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8" r:id="rId3"/>
    <p:sldId id="708" r:id="rId4"/>
    <p:sldId id="710" r:id="rId5"/>
    <p:sldId id="713" r:id="rId6"/>
    <p:sldId id="717" r:id="rId7"/>
    <p:sldId id="715" r:id="rId8"/>
    <p:sldId id="718" r:id="rId9"/>
    <p:sldId id="719" r:id="rId10"/>
    <p:sldId id="714" r:id="rId11"/>
    <p:sldId id="720" r:id="rId12"/>
    <p:sldId id="259" r:id="rId1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B00"/>
    <a:srgbClr val="262626"/>
    <a:srgbClr val="FFFFCC"/>
    <a:srgbClr val="E1DDF3"/>
    <a:srgbClr val="1B1438"/>
    <a:srgbClr val="C49500"/>
    <a:srgbClr val="F7F7F7"/>
    <a:srgbClr val="F1F8F9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88242" autoAdjust="0"/>
  </p:normalViewPr>
  <p:slideViewPr>
    <p:cSldViewPr snapToGrid="0">
      <p:cViewPr varScale="1">
        <p:scale>
          <a:sx n="97" d="100"/>
          <a:sy n="97" d="100"/>
        </p:scale>
        <p:origin x="142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E04EFBE-C1F3-A0F7-8F85-39A7D321D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D3AB6E-336F-A80F-A782-4A31321967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1C924-99ED-4E40-A5C8-414A8B901D57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5A5C65-56A0-A7A8-68B4-7A30B9EFC4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456EBA-E561-445D-84D3-84DA3AA375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48F25-EBFE-4FE5-8C36-65824A0D7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2057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FD395-8A66-4D4E-9F0D-888688C0BB4F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0820C-2C6C-45F0-BFBA-A4F508CB6F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27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0820C-2C6C-45F0-BFBA-A4F508CB6F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8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0820C-2C6C-45F0-BFBA-A4F508CB6FC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61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0820C-2C6C-45F0-BFBA-A4F508CB6FC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144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0820C-2C6C-45F0-BFBA-A4F508CB6FC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550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0820C-2C6C-45F0-BFBA-A4F508CB6FC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705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0820C-2C6C-45F0-BFBA-A4F508CB6FC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603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6">
            <a:extLst>
              <a:ext uri="{FF2B5EF4-FFF2-40B4-BE49-F238E27FC236}">
                <a16:creationId xmlns:a16="http://schemas.microsoft.com/office/drawing/2014/main" id="{E0146E93-1CBB-4575-87AD-DDEBC15CAAD9}"/>
              </a:ext>
            </a:extLst>
          </p:cNvPr>
          <p:cNvSpPr/>
          <p:nvPr userDrawn="1"/>
        </p:nvSpPr>
        <p:spPr>
          <a:xfrm>
            <a:off x="1" y="5577142"/>
            <a:ext cx="12192000" cy="1280858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601174F-215E-38F4-5C78-BA8876D72DF4}"/>
              </a:ext>
            </a:extLst>
          </p:cNvPr>
          <p:cNvCxnSpPr/>
          <p:nvPr userDrawn="1"/>
        </p:nvCxnSpPr>
        <p:spPr>
          <a:xfrm>
            <a:off x="0" y="1101859"/>
            <a:ext cx="615617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F0A97E0-4683-C5C1-B092-4EA48E855468}"/>
              </a:ext>
            </a:extLst>
          </p:cNvPr>
          <p:cNvCxnSpPr/>
          <p:nvPr userDrawn="1"/>
        </p:nvCxnSpPr>
        <p:spPr>
          <a:xfrm>
            <a:off x="6035821" y="3499339"/>
            <a:ext cx="615617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522F96E-1238-3899-E167-267DB57A3DBC}"/>
              </a:ext>
            </a:extLst>
          </p:cNvPr>
          <p:cNvGrpSpPr/>
          <p:nvPr userDrawn="1"/>
        </p:nvGrpSpPr>
        <p:grpSpPr>
          <a:xfrm>
            <a:off x="4379437" y="5944929"/>
            <a:ext cx="3553483" cy="514564"/>
            <a:chOff x="1245550" y="4562610"/>
            <a:chExt cx="2585737" cy="359645"/>
          </a:xfrm>
        </p:grpSpPr>
        <p:pic>
          <p:nvPicPr>
            <p:cNvPr id="5" name="그림 4" descr="그래픽, 로고, 폰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D32E4519-4679-F0C7-B28C-C271D5DAB9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3213" y="4562610"/>
              <a:ext cx="1258074" cy="359645"/>
            </a:xfrm>
            <a:prstGeom prst="rect">
              <a:avLst/>
            </a:prstGeom>
          </p:spPr>
        </p:pic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17CE107-C340-639B-917C-0E597E1D55F7}"/>
                </a:ext>
              </a:extLst>
            </p:cNvPr>
            <p:cNvGrpSpPr/>
            <p:nvPr userDrawn="1"/>
          </p:nvGrpSpPr>
          <p:grpSpPr>
            <a:xfrm>
              <a:off x="1245550" y="4562610"/>
              <a:ext cx="902678" cy="358369"/>
              <a:chOff x="3171967" y="2241235"/>
              <a:chExt cx="6601419" cy="2409191"/>
            </a:xfrm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ECBF6594-478C-B02D-18F0-8E6D30FE4AF1}"/>
                  </a:ext>
                </a:extLst>
              </p:cNvPr>
              <p:cNvSpPr/>
              <p:nvPr/>
            </p:nvSpPr>
            <p:spPr>
              <a:xfrm>
                <a:off x="5340412" y="2241235"/>
                <a:ext cx="1734266" cy="1459211"/>
              </a:xfrm>
              <a:custGeom>
                <a:avLst/>
                <a:gdLst>
                  <a:gd name="connsiteX0" fmla="*/ 897416 w 2089024"/>
                  <a:gd name="connsiteY0" fmla="*/ 0 h 1757701"/>
                  <a:gd name="connsiteX1" fmla="*/ 1776600 w 2089024"/>
                  <a:gd name="connsiteY1" fmla="*/ 699548 h 1757701"/>
                  <a:gd name="connsiteX2" fmla="*/ 1781116 w 2089024"/>
                  <a:gd name="connsiteY2" fmla="*/ 728434 h 1757701"/>
                  <a:gd name="connsiteX3" fmla="*/ 935524 w 2089024"/>
                  <a:gd name="connsiteY3" fmla="*/ 728434 h 1757701"/>
                  <a:gd name="connsiteX4" fmla="*/ 929833 w 2089024"/>
                  <a:gd name="connsiteY4" fmla="*/ 727285 h 1757701"/>
                  <a:gd name="connsiteX5" fmla="*/ 780501 w 2089024"/>
                  <a:gd name="connsiteY5" fmla="*/ 876617 h 1757701"/>
                  <a:gd name="connsiteX6" fmla="*/ 871706 w 2089024"/>
                  <a:gd name="connsiteY6" fmla="*/ 1014214 h 1757701"/>
                  <a:gd name="connsiteX7" fmla="*/ 929832 w 2089024"/>
                  <a:gd name="connsiteY7" fmla="*/ 1025949 h 1757701"/>
                  <a:gd name="connsiteX8" fmla="*/ 929832 w 2089024"/>
                  <a:gd name="connsiteY8" fmla="*/ 1029165 h 1757701"/>
                  <a:gd name="connsiteX9" fmla="*/ 2089024 w 2089024"/>
                  <a:gd name="connsiteY9" fmla="*/ 1029165 h 1757701"/>
                  <a:gd name="connsiteX10" fmla="*/ 2089024 w 2089024"/>
                  <a:gd name="connsiteY10" fmla="*/ 1757701 h 1757701"/>
                  <a:gd name="connsiteX11" fmla="*/ 1806569 w 2089024"/>
                  <a:gd name="connsiteY11" fmla="*/ 1757701 h 1757701"/>
                  <a:gd name="connsiteX12" fmla="*/ 1792998 w 2089024"/>
                  <a:gd name="connsiteY12" fmla="*/ 1754961 h 1757701"/>
                  <a:gd name="connsiteX13" fmla="*/ 1788504 w 2089024"/>
                  <a:gd name="connsiteY13" fmla="*/ 1755869 h 1757701"/>
                  <a:gd name="connsiteX14" fmla="*/ 1788504 w 2089024"/>
                  <a:gd name="connsiteY14" fmla="*/ 1752893 h 1757701"/>
                  <a:gd name="connsiteX15" fmla="*/ 929832 w 2089024"/>
                  <a:gd name="connsiteY15" fmla="*/ 1752893 h 1757701"/>
                  <a:gd name="connsiteX16" fmla="*/ 929832 w 2089024"/>
                  <a:gd name="connsiteY16" fmla="*/ 1750634 h 1757701"/>
                  <a:gd name="connsiteX17" fmla="*/ 897416 w 2089024"/>
                  <a:gd name="connsiteY17" fmla="*/ 1752232 h 1757701"/>
                  <a:gd name="connsiteX18" fmla="*/ 0 w 2089024"/>
                  <a:gd name="connsiteY18" fmla="*/ 876116 h 1757701"/>
                  <a:gd name="connsiteX19" fmla="*/ 897416 w 2089024"/>
                  <a:gd name="connsiteY19" fmla="*/ 0 h 175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089024" h="1757701">
                    <a:moveTo>
                      <a:pt x="897416" y="0"/>
                    </a:moveTo>
                    <a:cubicBezTo>
                      <a:pt x="1331092" y="0"/>
                      <a:pt x="1692919" y="300317"/>
                      <a:pt x="1776600" y="699548"/>
                    </a:cubicBezTo>
                    <a:lnTo>
                      <a:pt x="1781116" y="728434"/>
                    </a:lnTo>
                    <a:lnTo>
                      <a:pt x="935524" y="728434"/>
                    </a:lnTo>
                    <a:lnTo>
                      <a:pt x="929833" y="727285"/>
                    </a:lnTo>
                    <a:cubicBezTo>
                      <a:pt x="847359" y="727285"/>
                      <a:pt x="780501" y="794143"/>
                      <a:pt x="780501" y="876617"/>
                    </a:cubicBezTo>
                    <a:cubicBezTo>
                      <a:pt x="780501" y="938473"/>
                      <a:pt x="818109" y="991544"/>
                      <a:pt x="871706" y="1014214"/>
                    </a:cubicBezTo>
                    <a:lnTo>
                      <a:pt x="929832" y="1025949"/>
                    </a:lnTo>
                    <a:lnTo>
                      <a:pt x="929832" y="1029165"/>
                    </a:lnTo>
                    <a:lnTo>
                      <a:pt x="2089024" y="1029165"/>
                    </a:lnTo>
                    <a:lnTo>
                      <a:pt x="2089024" y="1757701"/>
                    </a:lnTo>
                    <a:lnTo>
                      <a:pt x="1806569" y="1757701"/>
                    </a:lnTo>
                    <a:lnTo>
                      <a:pt x="1792998" y="1754961"/>
                    </a:lnTo>
                    <a:lnTo>
                      <a:pt x="1788504" y="1755869"/>
                    </a:lnTo>
                    <a:lnTo>
                      <a:pt x="1788504" y="1752893"/>
                    </a:lnTo>
                    <a:lnTo>
                      <a:pt x="929832" y="1752893"/>
                    </a:lnTo>
                    <a:lnTo>
                      <a:pt x="929832" y="1750634"/>
                    </a:lnTo>
                    <a:lnTo>
                      <a:pt x="897416" y="1752232"/>
                    </a:lnTo>
                    <a:cubicBezTo>
                      <a:pt x="401787" y="1752232"/>
                      <a:pt x="0" y="1359982"/>
                      <a:pt x="0" y="876116"/>
                    </a:cubicBezTo>
                    <a:cubicBezTo>
                      <a:pt x="0" y="392250"/>
                      <a:pt x="401787" y="0"/>
                      <a:pt x="89741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7CC7EC"/>
                  </a:gs>
                  <a:gs pos="47000">
                    <a:srgbClr val="2B70B3"/>
                  </a:gs>
                  <a:gs pos="0">
                    <a:srgbClr val="004294"/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5BAA9A3A-06C7-E96C-35A5-6B7D4E2F7B07}"/>
                  </a:ext>
                </a:extLst>
              </p:cNvPr>
              <p:cNvSpPr/>
              <p:nvPr/>
            </p:nvSpPr>
            <p:spPr>
              <a:xfrm rot="5400000">
                <a:off x="6217371" y="2136609"/>
                <a:ext cx="2306499" cy="2516563"/>
              </a:xfrm>
              <a:custGeom>
                <a:avLst/>
                <a:gdLst>
                  <a:gd name="connsiteX0" fmla="*/ 0 w 2306499"/>
                  <a:gd name="connsiteY0" fmla="*/ 2516563 h 2516563"/>
                  <a:gd name="connsiteX1" fmla="*/ 0 w 2306499"/>
                  <a:gd name="connsiteY1" fmla="*/ 820527 h 2516563"/>
                  <a:gd name="connsiteX2" fmla="*/ 0 w 2306499"/>
                  <a:gd name="connsiteY2" fmla="*/ 807645 h 2516563"/>
                  <a:gd name="connsiteX3" fmla="*/ 0 w 2306499"/>
                  <a:gd name="connsiteY3" fmla="*/ 535491 h 2516563"/>
                  <a:gd name="connsiteX4" fmla="*/ 7397 w 2306499"/>
                  <a:gd name="connsiteY4" fmla="*/ 463565 h 2516563"/>
                  <a:gd name="connsiteX5" fmla="*/ 374382 w 2306499"/>
                  <a:gd name="connsiteY5" fmla="*/ 103824 h 2516563"/>
                  <a:gd name="connsiteX6" fmla="*/ 447918 w 2306499"/>
                  <a:gd name="connsiteY6" fmla="*/ 96558 h 2516563"/>
                  <a:gd name="connsiteX7" fmla="*/ 394622 w 2306499"/>
                  <a:gd name="connsiteY7" fmla="*/ 96558 h 2516563"/>
                  <a:gd name="connsiteX8" fmla="*/ 394622 w 2306499"/>
                  <a:gd name="connsiteY8" fmla="*/ 96332 h 2516563"/>
                  <a:gd name="connsiteX9" fmla="*/ 2306497 w 2306499"/>
                  <a:gd name="connsiteY9" fmla="*/ 96332 h 2516563"/>
                  <a:gd name="connsiteX10" fmla="*/ 2306497 w 2306499"/>
                  <a:gd name="connsiteY10" fmla="*/ 0 h 2516563"/>
                  <a:gd name="connsiteX11" fmla="*/ 2306499 w 2306499"/>
                  <a:gd name="connsiteY11" fmla="*/ 0 h 2516563"/>
                  <a:gd name="connsiteX12" fmla="*/ 2306499 w 2306499"/>
                  <a:gd name="connsiteY12" fmla="*/ 820527 h 2516563"/>
                  <a:gd name="connsiteX13" fmla="*/ 602574 w 2306499"/>
                  <a:gd name="connsiteY13" fmla="*/ 820527 h 2516563"/>
                  <a:gd name="connsiteX14" fmla="*/ 602574 w 2306499"/>
                  <a:gd name="connsiteY14" fmla="*/ 2516563 h 251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06499" h="2516563">
                    <a:moveTo>
                      <a:pt x="0" y="2516563"/>
                    </a:moveTo>
                    <a:lnTo>
                      <a:pt x="0" y="820527"/>
                    </a:lnTo>
                    <a:lnTo>
                      <a:pt x="0" y="807645"/>
                    </a:lnTo>
                    <a:lnTo>
                      <a:pt x="0" y="535491"/>
                    </a:lnTo>
                    <a:lnTo>
                      <a:pt x="7397" y="463565"/>
                    </a:lnTo>
                    <a:cubicBezTo>
                      <a:pt x="45091" y="282996"/>
                      <a:pt x="190177" y="140774"/>
                      <a:pt x="374382" y="103824"/>
                    </a:cubicBezTo>
                    <a:lnTo>
                      <a:pt x="447918" y="96558"/>
                    </a:lnTo>
                    <a:lnTo>
                      <a:pt x="394622" y="96558"/>
                    </a:lnTo>
                    <a:lnTo>
                      <a:pt x="394622" y="96332"/>
                    </a:lnTo>
                    <a:lnTo>
                      <a:pt x="2306497" y="96332"/>
                    </a:lnTo>
                    <a:lnTo>
                      <a:pt x="2306497" y="0"/>
                    </a:lnTo>
                    <a:lnTo>
                      <a:pt x="2306499" y="0"/>
                    </a:lnTo>
                    <a:lnTo>
                      <a:pt x="2306499" y="820527"/>
                    </a:lnTo>
                    <a:lnTo>
                      <a:pt x="602574" y="820527"/>
                    </a:lnTo>
                    <a:lnTo>
                      <a:pt x="602574" y="2516563"/>
                    </a:lnTo>
                    <a:close/>
                  </a:path>
                </a:pathLst>
              </a:custGeom>
              <a:gradFill>
                <a:gsLst>
                  <a:gs pos="0">
                    <a:srgbClr val="002060"/>
                  </a:gs>
                  <a:gs pos="42000">
                    <a:srgbClr val="0C5DA7"/>
                  </a:gs>
                  <a:gs pos="100000">
                    <a:srgbClr val="7CC7E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81366FF-E08C-7568-98C4-63118CC27B7B}"/>
                  </a:ext>
                </a:extLst>
              </p:cNvPr>
              <p:cNvSpPr/>
              <p:nvPr/>
            </p:nvSpPr>
            <p:spPr>
              <a:xfrm>
                <a:off x="7808374" y="3945580"/>
                <a:ext cx="1965012" cy="602556"/>
              </a:xfrm>
              <a:prstGeom prst="rect">
                <a:avLst/>
              </a:prstGeom>
              <a:gradFill>
                <a:gsLst>
                  <a:gs pos="31200">
                    <a:srgbClr val="3E9AD2"/>
                  </a:gs>
                  <a:gs pos="0">
                    <a:srgbClr val="55B5E6"/>
                  </a:gs>
                  <a:gs pos="100000">
                    <a:srgbClr val="0C5DA7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7B314EB1-00B5-792C-4B3C-ECDA09DC6AE7}"/>
                  </a:ext>
                </a:extLst>
              </p:cNvPr>
              <p:cNvSpPr/>
              <p:nvPr/>
            </p:nvSpPr>
            <p:spPr>
              <a:xfrm>
                <a:off x="4718951" y="3950107"/>
                <a:ext cx="2111493" cy="602575"/>
              </a:xfrm>
              <a:prstGeom prst="rect">
                <a:avLst/>
              </a:prstGeom>
              <a:gradFill>
                <a:gsLst>
                  <a:gs pos="100000">
                    <a:srgbClr val="EFF3F8"/>
                  </a:gs>
                  <a:gs pos="0">
                    <a:srgbClr val="002060"/>
                  </a:gs>
                  <a:gs pos="33000">
                    <a:srgbClr val="0C5DA7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CAF9BD37-C77C-0B83-9855-A98AAB8B3659}"/>
                  </a:ext>
                </a:extLst>
              </p:cNvPr>
              <p:cNvSpPr/>
              <p:nvPr/>
            </p:nvSpPr>
            <p:spPr>
              <a:xfrm>
                <a:off x="6050311" y="3038664"/>
                <a:ext cx="1604317" cy="1611762"/>
              </a:xfrm>
              <a:custGeom>
                <a:avLst/>
                <a:gdLst>
                  <a:gd name="connsiteX0" fmla="*/ 961762 w 1932493"/>
                  <a:gd name="connsiteY0" fmla="*/ 0 h 1941458"/>
                  <a:gd name="connsiteX1" fmla="*/ 1932493 w 1932493"/>
                  <a:gd name="connsiteY1" fmla="*/ 970729 h 1941458"/>
                  <a:gd name="connsiteX2" fmla="*/ 961762 w 1932493"/>
                  <a:gd name="connsiteY2" fmla="*/ 1941458 h 1941458"/>
                  <a:gd name="connsiteX3" fmla="*/ 10753 w 1932493"/>
                  <a:gd name="connsiteY3" fmla="*/ 1166365 h 1941458"/>
                  <a:gd name="connsiteX4" fmla="*/ 0 w 1932493"/>
                  <a:gd name="connsiteY4" fmla="*/ 1095905 h 1941458"/>
                  <a:gd name="connsiteX5" fmla="*/ 933389 w 1932493"/>
                  <a:gd name="connsiteY5" fmla="*/ 1095905 h 1941458"/>
                  <a:gd name="connsiteX6" fmla="*/ 933389 w 1932493"/>
                  <a:gd name="connsiteY6" fmla="*/ 1094998 h 1941458"/>
                  <a:gd name="connsiteX7" fmla="*/ 937883 w 1932493"/>
                  <a:gd name="connsiteY7" fmla="*/ 1095905 h 1941458"/>
                  <a:gd name="connsiteX8" fmla="*/ 1087214 w 1932493"/>
                  <a:gd name="connsiteY8" fmla="*/ 946574 h 1941458"/>
                  <a:gd name="connsiteX9" fmla="*/ 937883 w 1932493"/>
                  <a:gd name="connsiteY9" fmla="*/ 797242 h 1941458"/>
                  <a:gd name="connsiteX10" fmla="*/ 933389 w 1932493"/>
                  <a:gd name="connsiteY10" fmla="*/ 798150 h 1941458"/>
                  <a:gd name="connsiteX11" fmla="*/ 933389 w 1932493"/>
                  <a:gd name="connsiteY11" fmla="*/ 795174 h 1941458"/>
                  <a:gd name="connsiteX12" fmla="*/ 7688 w 1932493"/>
                  <a:gd name="connsiteY12" fmla="*/ 795174 h 1941458"/>
                  <a:gd name="connsiteX13" fmla="*/ 10753 w 1932493"/>
                  <a:gd name="connsiteY13" fmla="*/ 775093 h 1941458"/>
                  <a:gd name="connsiteX14" fmla="*/ 961762 w 1932493"/>
                  <a:gd name="connsiteY14" fmla="*/ 0 h 1941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2493" h="1941458">
                    <a:moveTo>
                      <a:pt x="961762" y="0"/>
                    </a:moveTo>
                    <a:cubicBezTo>
                      <a:pt x="1497882" y="0"/>
                      <a:pt x="1932493" y="434610"/>
                      <a:pt x="1932493" y="970729"/>
                    </a:cubicBezTo>
                    <a:cubicBezTo>
                      <a:pt x="1932493" y="1506848"/>
                      <a:pt x="1497882" y="1941458"/>
                      <a:pt x="961762" y="1941458"/>
                    </a:cubicBezTo>
                    <a:cubicBezTo>
                      <a:pt x="492657" y="1941458"/>
                      <a:pt x="101270" y="1608710"/>
                      <a:pt x="10753" y="1166365"/>
                    </a:cubicBezTo>
                    <a:lnTo>
                      <a:pt x="0" y="1095905"/>
                    </a:lnTo>
                    <a:lnTo>
                      <a:pt x="933389" y="1095905"/>
                    </a:lnTo>
                    <a:lnTo>
                      <a:pt x="933389" y="1094998"/>
                    </a:lnTo>
                    <a:lnTo>
                      <a:pt x="937883" y="1095905"/>
                    </a:lnTo>
                    <a:cubicBezTo>
                      <a:pt x="1020356" y="1095905"/>
                      <a:pt x="1087214" y="1029047"/>
                      <a:pt x="1087214" y="946574"/>
                    </a:cubicBezTo>
                    <a:cubicBezTo>
                      <a:pt x="1087214" y="864101"/>
                      <a:pt x="1020356" y="797242"/>
                      <a:pt x="937883" y="797242"/>
                    </a:cubicBezTo>
                    <a:lnTo>
                      <a:pt x="933389" y="798150"/>
                    </a:lnTo>
                    <a:lnTo>
                      <a:pt x="933389" y="795174"/>
                    </a:lnTo>
                    <a:lnTo>
                      <a:pt x="7688" y="795174"/>
                    </a:lnTo>
                    <a:lnTo>
                      <a:pt x="10753" y="775093"/>
                    </a:lnTo>
                    <a:cubicBezTo>
                      <a:pt x="101270" y="332748"/>
                      <a:pt x="492657" y="0"/>
                      <a:pt x="96176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7CC7EC"/>
                  </a:gs>
                  <a:gs pos="58000">
                    <a:srgbClr val="2B70B3"/>
                  </a:gs>
                  <a:gs pos="100000">
                    <a:srgbClr val="004294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20DEB9D6-2E83-45D3-EE60-03B3ACA74A60}"/>
                  </a:ext>
                </a:extLst>
              </p:cNvPr>
              <p:cNvSpPr/>
              <p:nvPr/>
            </p:nvSpPr>
            <p:spPr>
              <a:xfrm>
                <a:off x="3171967" y="2241235"/>
                <a:ext cx="2006111" cy="1426952"/>
              </a:xfrm>
              <a:custGeom>
                <a:avLst/>
                <a:gdLst>
                  <a:gd name="connsiteX0" fmla="*/ 0 w 2416478"/>
                  <a:gd name="connsiteY0" fmla="*/ 0 h 1718844"/>
                  <a:gd name="connsiteX1" fmla="*/ 1420636 w 2416478"/>
                  <a:gd name="connsiteY1" fmla="*/ 0 h 1718844"/>
                  <a:gd name="connsiteX2" fmla="*/ 1420636 w 2416478"/>
                  <a:gd name="connsiteY2" fmla="*/ 1123 h 1718844"/>
                  <a:gd name="connsiteX3" fmla="*/ 1445747 w 2416478"/>
                  <a:gd name="connsiteY3" fmla="*/ 0 h 1718844"/>
                  <a:gd name="connsiteX4" fmla="*/ 2416478 w 2416478"/>
                  <a:gd name="connsiteY4" fmla="*/ 859422 h 1718844"/>
                  <a:gd name="connsiteX5" fmla="*/ 1445747 w 2416478"/>
                  <a:gd name="connsiteY5" fmla="*/ 1718844 h 1718844"/>
                  <a:gd name="connsiteX6" fmla="*/ 494738 w 2416478"/>
                  <a:gd name="connsiteY6" fmla="*/ 1032626 h 1718844"/>
                  <a:gd name="connsiteX7" fmla="*/ 494182 w 2416478"/>
                  <a:gd name="connsiteY7" fmla="*/ 1027740 h 1718844"/>
                  <a:gd name="connsiteX8" fmla="*/ 1420637 w 2416478"/>
                  <a:gd name="connsiteY8" fmla="*/ 1027740 h 1718844"/>
                  <a:gd name="connsiteX9" fmla="*/ 1420637 w 2416478"/>
                  <a:gd name="connsiteY9" fmla="*/ 1026376 h 1718844"/>
                  <a:gd name="connsiteX10" fmla="*/ 1476529 w 2416478"/>
                  <a:gd name="connsiteY10" fmla="*/ 1014762 h 1718844"/>
                  <a:gd name="connsiteX11" fmla="*/ 1567734 w 2416478"/>
                  <a:gd name="connsiteY11" fmla="*/ 873141 h 1718844"/>
                  <a:gd name="connsiteX12" fmla="*/ 1418402 w 2416478"/>
                  <a:gd name="connsiteY12" fmla="*/ 719442 h 1718844"/>
                  <a:gd name="connsiteX13" fmla="*/ 1414066 w 2416478"/>
                  <a:gd name="connsiteY13" fmla="*/ 720343 h 1718844"/>
                  <a:gd name="connsiteX14" fmla="*/ 490852 w 2416478"/>
                  <a:gd name="connsiteY14" fmla="*/ 720343 h 1718844"/>
                  <a:gd name="connsiteX15" fmla="*/ 1 w 2416478"/>
                  <a:gd name="connsiteY15" fmla="*/ 720343 h 1718844"/>
                  <a:gd name="connsiteX16" fmla="*/ 0 w 2416478"/>
                  <a:gd name="connsiteY16" fmla="*/ 720343 h 171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6478" h="1718844">
                    <a:moveTo>
                      <a:pt x="0" y="0"/>
                    </a:moveTo>
                    <a:lnTo>
                      <a:pt x="1420636" y="0"/>
                    </a:lnTo>
                    <a:lnTo>
                      <a:pt x="1420636" y="1123"/>
                    </a:lnTo>
                    <a:lnTo>
                      <a:pt x="1445747" y="0"/>
                    </a:lnTo>
                    <a:cubicBezTo>
                      <a:pt x="1981867" y="0"/>
                      <a:pt x="2416478" y="384776"/>
                      <a:pt x="2416478" y="859422"/>
                    </a:cubicBezTo>
                    <a:cubicBezTo>
                      <a:pt x="2416478" y="1334068"/>
                      <a:pt x="1981867" y="1718844"/>
                      <a:pt x="1445747" y="1718844"/>
                    </a:cubicBezTo>
                    <a:cubicBezTo>
                      <a:pt x="976642" y="1718844"/>
                      <a:pt x="585255" y="1424250"/>
                      <a:pt x="494738" y="1032626"/>
                    </a:cubicBezTo>
                    <a:lnTo>
                      <a:pt x="494182" y="1027740"/>
                    </a:lnTo>
                    <a:lnTo>
                      <a:pt x="1420637" y="1027740"/>
                    </a:lnTo>
                    <a:lnTo>
                      <a:pt x="1420637" y="1026376"/>
                    </a:lnTo>
                    <a:lnTo>
                      <a:pt x="1476529" y="1014762"/>
                    </a:lnTo>
                    <a:cubicBezTo>
                      <a:pt x="1530127" y="991429"/>
                      <a:pt x="1567734" y="936806"/>
                      <a:pt x="1567734" y="873141"/>
                    </a:cubicBezTo>
                    <a:cubicBezTo>
                      <a:pt x="1567734" y="788255"/>
                      <a:pt x="1500876" y="719442"/>
                      <a:pt x="1418402" y="719442"/>
                    </a:cubicBezTo>
                    <a:lnTo>
                      <a:pt x="1414066" y="720343"/>
                    </a:lnTo>
                    <a:lnTo>
                      <a:pt x="490852" y="720343"/>
                    </a:lnTo>
                    <a:lnTo>
                      <a:pt x="1" y="720343"/>
                    </a:lnTo>
                    <a:lnTo>
                      <a:pt x="0" y="720343"/>
                    </a:lnTo>
                    <a:close/>
                  </a:path>
                </a:pathLst>
              </a:custGeom>
              <a:gradFill flip="none" rotWithShape="1">
                <a:gsLst>
                  <a:gs pos="44000">
                    <a:srgbClr val="245F99"/>
                  </a:gs>
                  <a:gs pos="100000">
                    <a:srgbClr val="55B5E6"/>
                  </a:gs>
                  <a:gs pos="0">
                    <a:srgbClr val="00206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2D76867-59BE-013D-0DC1-3478F16B60E3}"/>
                  </a:ext>
                </a:extLst>
              </p:cNvPr>
              <p:cNvSpPr/>
              <p:nvPr/>
            </p:nvSpPr>
            <p:spPr>
              <a:xfrm>
                <a:off x="3171968" y="3091721"/>
                <a:ext cx="1179383" cy="60418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A5A0DB40-16C0-9A9D-31FF-E93DD9EE1F9C}"/>
                  </a:ext>
                </a:extLst>
              </p:cNvPr>
              <p:cNvSpPr/>
              <p:nvPr/>
            </p:nvSpPr>
            <p:spPr>
              <a:xfrm>
                <a:off x="3171967" y="3945580"/>
                <a:ext cx="1176784" cy="60418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70A0A177-8211-AF91-BD37-DB5AC137F2BF}"/>
                  </a:ext>
                </a:extLst>
              </p:cNvPr>
              <p:cNvSpPr/>
              <p:nvPr/>
            </p:nvSpPr>
            <p:spPr>
              <a:xfrm>
                <a:off x="3656638" y="3023420"/>
                <a:ext cx="1602607" cy="1611762"/>
              </a:xfrm>
              <a:custGeom>
                <a:avLst/>
                <a:gdLst>
                  <a:gd name="connsiteX0" fmla="*/ 959703 w 1930434"/>
                  <a:gd name="connsiteY0" fmla="*/ 0 h 1941458"/>
                  <a:gd name="connsiteX1" fmla="*/ 1930434 w 1930434"/>
                  <a:gd name="connsiteY1" fmla="*/ 970729 h 1941458"/>
                  <a:gd name="connsiteX2" fmla="*/ 959703 w 1930434"/>
                  <a:gd name="connsiteY2" fmla="*/ 1941458 h 1941458"/>
                  <a:gd name="connsiteX3" fmla="*/ 8694 w 1930434"/>
                  <a:gd name="connsiteY3" fmla="*/ 1166365 h 1941458"/>
                  <a:gd name="connsiteX4" fmla="*/ 0 w 1930434"/>
                  <a:gd name="connsiteY4" fmla="*/ 1109397 h 1941458"/>
                  <a:gd name="connsiteX5" fmla="*/ 1101814 w 1930434"/>
                  <a:gd name="connsiteY5" fmla="*/ 1109397 h 1941458"/>
                  <a:gd name="connsiteX6" fmla="*/ 1101814 w 1930434"/>
                  <a:gd name="connsiteY6" fmla="*/ 1108490 h 1941458"/>
                  <a:gd name="connsiteX7" fmla="*/ 1105932 w 1930434"/>
                  <a:gd name="connsiteY7" fmla="*/ 1109397 h 1941458"/>
                  <a:gd name="connsiteX8" fmla="*/ 1242775 w 1930434"/>
                  <a:gd name="connsiteY8" fmla="*/ 960066 h 1941458"/>
                  <a:gd name="connsiteX9" fmla="*/ 1105932 w 1930434"/>
                  <a:gd name="connsiteY9" fmla="*/ 810734 h 1941458"/>
                  <a:gd name="connsiteX10" fmla="*/ 1101814 w 1930434"/>
                  <a:gd name="connsiteY10" fmla="*/ 811641 h 1941458"/>
                  <a:gd name="connsiteX11" fmla="*/ 1101814 w 1930434"/>
                  <a:gd name="connsiteY11" fmla="*/ 808666 h 1941458"/>
                  <a:gd name="connsiteX12" fmla="*/ 3570 w 1930434"/>
                  <a:gd name="connsiteY12" fmla="*/ 808666 h 1941458"/>
                  <a:gd name="connsiteX13" fmla="*/ 8694 w 1930434"/>
                  <a:gd name="connsiteY13" fmla="*/ 775093 h 1941458"/>
                  <a:gd name="connsiteX14" fmla="*/ 959703 w 1930434"/>
                  <a:gd name="connsiteY14" fmla="*/ 0 h 1941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0434" h="1941458">
                    <a:moveTo>
                      <a:pt x="959703" y="0"/>
                    </a:moveTo>
                    <a:cubicBezTo>
                      <a:pt x="1495823" y="0"/>
                      <a:pt x="1930434" y="434610"/>
                      <a:pt x="1930434" y="970729"/>
                    </a:cubicBezTo>
                    <a:cubicBezTo>
                      <a:pt x="1930434" y="1506848"/>
                      <a:pt x="1495823" y="1941458"/>
                      <a:pt x="959703" y="1941458"/>
                    </a:cubicBezTo>
                    <a:cubicBezTo>
                      <a:pt x="490598" y="1941458"/>
                      <a:pt x="99211" y="1608710"/>
                      <a:pt x="8694" y="1166365"/>
                    </a:cubicBezTo>
                    <a:lnTo>
                      <a:pt x="0" y="1109397"/>
                    </a:lnTo>
                    <a:lnTo>
                      <a:pt x="1101814" y="1109397"/>
                    </a:lnTo>
                    <a:lnTo>
                      <a:pt x="1101814" y="1108490"/>
                    </a:lnTo>
                    <a:lnTo>
                      <a:pt x="1105932" y="1109397"/>
                    </a:lnTo>
                    <a:cubicBezTo>
                      <a:pt x="1181508" y="1109397"/>
                      <a:pt x="1242775" y="1042539"/>
                      <a:pt x="1242775" y="960066"/>
                    </a:cubicBezTo>
                    <a:cubicBezTo>
                      <a:pt x="1242775" y="877593"/>
                      <a:pt x="1181508" y="810734"/>
                      <a:pt x="1105932" y="810734"/>
                    </a:cubicBezTo>
                    <a:lnTo>
                      <a:pt x="1101814" y="811641"/>
                    </a:lnTo>
                    <a:lnTo>
                      <a:pt x="1101814" y="808666"/>
                    </a:lnTo>
                    <a:lnTo>
                      <a:pt x="3570" y="808666"/>
                    </a:lnTo>
                    <a:lnTo>
                      <a:pt x="8694" y="775093"/>
                    </a:lnTo>
                    <a:cubicBezTo>
                      <a:pt x="99211" y="332748"/>
                      <a:pt x="490598" y="0"/>
                      <a:pt x="959703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7CC7EC"/>
                  </a:gs>
                  <a:gs pos="17000">
                    <a:srgbClr val="002060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0653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66A9D104-09C6-32AF-3266-E19C0664923A}"/>
              </a:ext>
            </a:extLst>
          </p:cNvPr>
          <p:cNvGrpSpPr/>
          <p:nvPr userDrawn="1"/>
        </p:nvGrpSpPr>
        <p:grpSpPr>
          <a:xfrm>
            <a:off x="4379437" y="5944929"/>
            <a:ext cx="3553483" cy="514564"/>
            <a:chOff x="1245550" y="4562610"/>
            <a:chExt cx="2585737" cy="359645"/>
          </a:xfrm>
        </p:grpSpPr>
        <p:pic>
          <p:nvPicPr>
            <p:cNvPr id="18" name="그림 17" descr="그래픽, 로고, 폰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34E8AAC6-C3BC-9723-BDF1-BAF63DC9FC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3213" y="4562610"/>
              <a:ext cx="1258074" cy="359645"/>
            </a:xfrm>
            <a:prstGeom prst="rect">
              <a:avLst/>
            </a:prstGeom>
          </p:spPr>
        </p:pic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263F38D-318A-6C64-0E02-D14ADB50F1BC}"/>
                </a:ext>
              </a:extLst>
            </p:cNvPr>
            <p:cNvGrpSpPr/>
            <p:nvPr userDrawn="1"/>
          </p:nvGrpSpPr>
          <p:grpSpPr>
            <a:xfrm>
              <a:off x="1245550" y="4562610"/>
              <a:ext cx="902678" cy="358369"/>
              <a:chOff x="3171967" y="2241235"/>
              <a:chExt cx="6601419" cy="2409191"/>
            </a:xfrm>
          </p:grpSpPr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6E97FCFB-D620-73F8-6075-51396D2CB674}"/>
                  </a:ext>
                </a:extLst>
              </p:cNvPr>
              <p:cNvSpPr/>
              <p:nvPr/>
            </p:nvSpPr>
            <p:spPr>
              <a:xfrm>
                <a:off x="5340412" y="2241235"/>
                <a:ext cx="1734266" cy="1459211"/>
              </a:xfrm>
              <a:custGeom>
                <a:avLst/>
                <a:gdLst>
                  <a:gd name="connsiteX0" fmla="*/ 897416 w 2089024"/>
                  <a:gd name="connsiteY0" fmla="*/ 0 h 1757701"/>
                  <a:gd name="connsiteX1" fmla="*/ 1776600 w 2089024"/>
                  <a:gd name="connsiteY1" fmla="*/ 699548 h 1757701"/>
                  <a:gd name="connsiteX2" fmla="*/ 1781116 w 2089024"/>
                  <a:gd name="connsiteY2" fmla="*/ 728434 h 1757701"/>
                  <a:gd name="connsiteX3" fmla="*/ 935524 w 2089024"/>
                  <a:gd name="connsiteY3" fmla="*/ 728434 h 1757701"/>
                  <a:gd name="connsiteX4" fmla="*/ 929833 w 2089024"/>
                  <a:gd name="connsiteY4" fmla="*/ 727285 h 1757701"/>
                  <a:gd name="connsiteX5" fmla="*/ 780501 w 2089024"/>
                  <a:gd name="connsiteY5" fmla="*/ 876617 h 1757701"/>
                  <a:gd name="connsiteX6" fmla="*/ 871706 w 2089024"/>
                  <a:gd name="connsiteY6" fmla="*/ 1014214 h 1757701"/>
                  <a:gd name="connsiteX7" fmla="*/ 929832 w 2089024"/>
                  <a:gd name="connsiteY7" fmla="*/ 1025949 h 1757701"/>
                  <a:gd name="connsiteX8" fmla="*/ 929832 w 2089024"/>
                  <a:gd name="connsiteY8" fmla="*/ 1029165 h 1757701"/>
                  <a:gd name="connsiteX9" fmla="*/ 2089024 w 2089024"/>
                  <a:gd name="connsiteY9" fmla="*/ 1029165 h 1757701"/>
                  <a:gd name="connsiteX10" fmla="*/ 2089024 w 2089024"/>
                  <a:gd name="connsiteY10" fmla="*/ 1757701 h 1757701"/>
                  <a:gd name="connsiteX11" fmla="*/ 1806569 w 2089024"/>
                  <a:gd name="connsiteY11" fmla="*/ 1757701 h 1757701"/>
                  <a:gd name="connsiteX12" fmla="*/ 1792998 w 2089024"/>
                  <a:gd name="connsiteY12" fmla="*/ 1754961 h 1757701"/>
                  <a:gd name="connsiteX13" fmla="*/ 1788504 w 2089024"/>
                  <a:gd name="connsiteY13" fmla="*/ 1755869 h 1757701"/>
                  <a:gd name="connsiteX14" fmla="*/ 1788504 w 2089024"/>
                  <a:gd name="connsiteY14" fmla="*/ 1752893 h 1757701"/>
                  <a:gd name="connsiteX15" fmla="*/ 929832 w 2089024"/>
                  <a:gd name="connsiteY15" fmla="*/ 1752893 h 1757701"/>
                  <a:gd name="connsiteX16" fmla="*/ 929832 w 2089024"/>
                  <a:gd name="connsiteY16" fmla="*/ 1750634 h 1757701"/>
                  <a:gd name="connsiteX17" fmla="*/ 897416 w 2089024"/>
                  <a:gd name="connsiteY17" fmla="*/ 1752232 h 1757701"/>
                  <a:gd name="connsiteX18" fmla="*/ 0 w 2089024"/>
                  <a:gd name="connsiteY18" fmla="*/ 876116 h 1757701"/>
                  <a:gd name="connsiteX19" fmla="*/ 897416 w 2089024"/>
                  <a:gd name="connsiteY19" fmla="*/ 0 h 175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089024" h="1757701">
                    <a:moveTo>
                      <a:pt x="897416" y="0"/>
                    </a:moveTo>
                    <a:cubicBezTo>
                      <a:pt x="1331092" y="0"/>
                      <a:pt x="1692919" y="300317"/>
                      <a:pt x="1776600" y="699548"/>
                    </a:cubicBezTo>
                    <a:lnTo>
                      <a:pt x="1781116" y="728434"/>
                    </a:lnTo>
                    <a:lnTo>
                      <a:pt x="935524" y="728434"/>
                    </a:lnTo>
                    <a:lnTo>
                      <a:pt x="929833" y="727285"/>
                    </a:lnTo>
                    <a:cubicBezTo>
                      <a:pt x="847359" y="727285"/>
                      <a:pt x="780501" y="794143"/>
                      <a:pt x="780501" y="876617"/>
                    </a:cubicBezTo>
                    <a:cubicBezTo>
                      <a:pt x="780501" y="938473"/>
                      <a:pt x="818109" y="991544"/>
                      <a:pt x="871706" y="1014214"/>
                    </a:cubicBezTo>
                    <a:lnTo>
                      <a:pt x="929832" y="1025949"/>
                    </a:lnTo>
                    <a:lnTo>
                      <a:pt x="929832" y="1029165"/>
                    </a:lnTo>
                    <a:lnTo>
                      <a:pt x="2089024" y="1029165"/>
                    </a:lnTo>
                    <a:lnTo>
                      <a:pt x="2089024" y="1757701"/>
                    </a:lnTo>
                    <a:lnTo>
                      <a:pt x="1806569" y="1757701"/>
                    </a:lnTo>
                    <a:lnTo>
                      <a:pt x="1792998" y="1754961"/>
                    </a:lnTo>
                    <a:lnTo>
                      <a:pt x="1788504" y="1755869"/>
                    </a:lnTo>
                    <a:lnTo>
                      <a:pt x="1788504" y="1752893"/>
                    </a:lnTo>
                    <a:lnTo>
                      <a:pt x="929832" y="1752893"/>
                    </a:lnTo>
                    <a:lnTo>
                      <a:pt x="929832" y="1750634"/>
                    </a:lnTo>
                    <a:lnTo>
                      <a:pt x="897416" y="1752232"/>
                    </a:lnTo>
                    <a:cubicBezTo>
                      <a:pt x="401787" y="1752232"/>
                      <a:pt x="0" y="1359982"/>
                      <a:pt x="0" y="876116"/>
                    </a:cubicBezTo>
                    <a:cubicBezTo>
                      <a:pt x="0" y="392250"/>
                      <a:pt x="401787" y="0"/>
                      <a:pt x="89741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7CC7EC"/>
                  </a:gs>
                  <a:gs pos="47000">
                    <a:srgbClr val="2B70B3"/>
                  </a:gs>
                  <a:gs pos="0">
                    <a:srgbClr val="004294"/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9E66382D-29DA-EE45-A03D-5E8501D29564}"/>
                  </a:ext>
                </a:extLst>
              </p:cNvPr>
              <p:cNvSpPr/>
              <p:nvPr/>
            </p:nvSpPr>
            <p:spPr>
              <a:xfrm rot="5400000">
                <a:off x="6217371" y="2136609"/>
                <a:ext cx="2306499" cy="2516563"/>
              </a:xfrm>
              <a:custGeom>
                <a:avLst/>
                <a:gdLst>
                  <a:gd name="connsiteX0" fmla="*/ 0 w 2306499"/>
                  <a:gd name="connsiteY0" fmla="*/ 2516563 h 2516563"/>
                  <a:gd name="connsiteX1" fmla="*/ 0 w 2306499"/>
                  <a:gd name="connsiteY1" fmla="*/ 820527 h 2516563"/>
                  <a:gd name="connsiteX2" fmla="*/ 0 w 2306499"/>
                  <a:gd name="connsiteY2" fmla="*/ 807645 h 2516563"/>
                  <a:gd name="connsiteX3" fmla="*/ 0 w 2306499"/>
                  <a:gd name="connsiteY3" fmla="*/ 535491 h 2516563"/>
                  <a:gd name="connsiteX4" fmla="*/ 7397 w 2306499"/>
                  <a:gd name="connsiteY4" fmla="*/ 463565 h 2516563"/>
                  <a:gd name="connsiteX5" fmla="*/ 374382 w 2306499"/>
                  <a:gd name="connsiteY5" fmla="*/ 103824 h 2516563"/>
                  <a:gd name="connsiteX6" fmla="*/ 447918 w 2306499"/>
                  <a:gd name="connsiteY6" fmla="*/ 96558 h 2516563"/>
                  <a:gd name="connsiteX7" fmla="*/ 394622 w 2306499"/>
                  <a:gd name="connsiteY7" fmla="*/ 96558 h 2516563"/>
                  <a:gd name="connsiteX8" fmla="*/ 394622 w 2306499"/>
                  <a:gd name="connsiteY8" fmla="*/ 96332 h 2516563"/>
                  <a:gd name="connsiteX9" fmla="*/ 2306497 w 2306499"/>
                  <a:gd name="connsiteY9" fmla="*/ 96332 h 2516563"/>
                  <a:gd name="connsiteX10" fmla="*/ 2306497 w 2306499"/>
                  <a:gd name="connsiteY10" fmla="*/ 0 h 2516563"/>
                  <a:gd name="connsiteX11" fmla="*/ 2306499 w 2306499"/>
                  <a:gd name="connsiteY11" fmla="*/ 0 h 2516563"/>
                  <a:gd name="connsiteX12" fmla="*/ 2306499 w 2306499"/>
                  <a:gd name="connsiteY12" fmla="*/ 820527 h 2516563"/>
                  <a:gd name="connsiteX13" fmla="*/ 602574 w 2306499"/>
                  <a:gd name="connsiteY13" fmla="*/ 820527 h 2516563"/>
                  <a:gd name="connsiteX14" fmla="*/ 602574 w 2306499"/>
                  <a:gd name="connsiteY14" fmla="*/ 2516563 h 251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06499" h="2516563">
                    <a:moveTo>
                      <a:pt x="0" y="2516563"/>
                    </a:moveTo>
                    <a:lnTo>
                      <a:pt x="0" y="820527"/>
                    </a:lnTo>
                    <a:lnTo>
                      <a:pt x="0" y="807645"/>
                    </a:lnTo>
                    <a:lnTo>
                      <a:pt x="0" y="535491"/>
                    </a:lnTo>
                    <a:lnTo>
                      <a:pt x="7397" y="463565"/>
                    </a:lnTo>
                    <a:cubicBezTo>
                      <a:pt x="45091" y="282996"/>
                      <a:pt x="190177" y="140774"/>
                      <a:pt x="374382" y="103824"/>
                    </a:cubicBezTo>
                    <a:lnTo>
                      <a:pt x="447918" y="96558"/>
                    </a:lnTo>
                    <a:lnTo>
                      <a:pt x="394622" y="96558"/>
                    </a:lnTo>
                    <a:lnTo>
                      <a:pt x="394622" y="96332"/>
                    </a:lnTo>
                    <a:lnTo>
                      <a:pt x="2306497" y="96332"/>
                    </a:lnTo>
                    <a:lnTo>
                      <a:pt x="2306497" y="0"/>
                    </a:lnTo>
                    <a:lnTo>
                      <a:pt x="2306499" y="0"/>
                    </a:lnTo>
                    <a:lnTo>
                      <a:pt x="2306499" y="820527"/>
                    </a:lnTo>
                    <a:lnTo>
                      <a:pt x="602574" y="820527"/>
                    </a:lnTo>
                    <a:lnTo>
                      <a:pt x="602574" y="2516563"/>
                    </a:lnTo>
                    <a:close/>
                  </a:path>
                </a:pathLst>
              </a:custGeom>
              <a:gradFill>
                <a:gsLst>
                  <a:gs pos="0">
                    <a:srgbClr val="002060"/>
                  </a:gs>
                  <a:gs pos="42000">
                    <a:srgbClr val="0C5DA7"/>
                  </a:gs>
                  <a:gs pos="100000">
                    <a:srgbClr val="7CC7E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CF85BAA3-7526-41AF-A35D-7F836F6C1967}"/>
                  </a:ext>
                </a:extLst>
              </p:cNvPr>
              <p:cNvSpPr/>
              <p:nvPr/>
            </p:nvSpPr>
            <p:spPr>
              <a:xfrm>
                <a:off x="7808374" y="3945580"/>
                <a:ext cx="1965012" cy="602556"/>
              </a:xfrm>
              <a:prstGeom prst="rect">
                <a:avLst/>
              </a:prstGeom>
              <a:gradFill>
                <a:gsLst>
                  <a:gs pos="31200">
                    <a:srgbClr val="3E9AD2"/>
                  </a:gs>
                  <a:gs pos="0">
                    <a:srgbClr val="55B5E6"/>
                  </a:gs>
                  <a:gs pos="100000">
                    <a:srgbClr val="0C5DA7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0FEE7AF7-3C77-420F-98E8-B454CD7EDF7D}"/>
                  </a:ext>
                </a:extLst>
              </p:cNvPr>
              <p:cNvSpPr/>
              <p:nvPr/>
            </p:nvSpPr>
            <p:spPr>
              <a:xfrm>
                <a:off x="4718951" y="3950107"/>
                <a:ext cx="2111493" cy="602575"/>
              </a:xfrm>
              <a:prstGeom prst="rect">
                <a:avLst/>
              </a:prstGeom>
              <a:gradFill>
                <a:gsLst>
                  <a:gs pos="100000">
                    <a:srgbClr val="EFF3F8"/>
                  </a:gs>
                  <a:gs pos="0">
                    <a:srgbClr val="002060"/>
                  </a:gs>
                  <a:gs pos="33000">
                    <a:srgbClr val="0C5DA7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475317C9-3AC7-8299-EB34-13E97335D0F2}"/>
                  </a:ext>
                </a:extLst>
              </p:cNvPr>
              <p:cNvSpPr/>
              <p:nvPr/>
            </p:nvSpPr>
            <p:spPr>
              <a:xfrm>
                <a:off x="6050311" y="3038664"/>
                <a:ext cx="1604317" cy="1611762"/>
              </a:xfrm>
              <a:custGeom>
                <a:avLst/>
                <a:gdLst>
                  <a:gd name="connsiteX0" fmla="*/ 961762 w 1932493"/>
                  <a:gd name="connsiteY0" fmla="*/ 0 h 1941458"/>
                  <a:gd name="connsiteX1" fmla="*/ 1932493 w 1932493"/>
                  <a:gd name="connsiteY1" fmla="*/ 970729 h 1941458"/>
                  <a:gd name="connsiteX2" fmla="*/ 961762 w 1932493"/>
                  <a:gd name="connsiteY2" fmla="*/ 1941458 h 1941458"/>
                  <a:gd name="connsiteX3" fmla="*/ 10753 w 1932493"/>
                  <a:gd name="connsiteY3" fmla="*/ 1166365 h 1941458"/>
                  <a:gd name="connsiteX4" fmla="*/ 0 w 1932493"/>
                  <a:gd name="connsiteY4" fmla="*/ 1095905 h 1941458"/>
                  <a:gd name="connsiteX5" fmla="*/ 933389 w 1932493"/>
                  <a:gd name="connsiteY5" fmla="*/ 1095905 h 1941458"/>
                  <a:gd name="connsiteX6" fmla="*/ 933389 w 1932493"/>
                  <a:gd name="connsiteY6" fmla="*/ 1094998 h 1941458"/>
                  <a:gd name="connsiteX7" fmla="*/ 937883 w 1932493"/>
                  <a:gd name="connsiteY7" fmla="*/ 1095905 h 1941458"/>
                  <a:gd name="connsiteX8" fmla="*/ 1087214 w 1932493"/>
                  <a:gd name="connsiteY8" fmla="*/ 946574 h 1941458"/>
                  <a:gd name="connsiteX9" fmla="*/ 937883 w 1932493"/>
                  <a:gd name="connsiteY9" fmla="*/ 797242 h 1941458"/>
                  <a:gd name="connsiteX10" fmla="*/ 933389 w 1932493"/>
                  <a:gd name="connsiteY10" fmla="*/ 798150 h 1941458"/>
                  <a:gd name="connsiteX11" fmla="*/ 933389 w 1932493"/>
                  <a:gd name="connsiteY11" fmla="*/ 795174 h 1941458"/>
                  <a:gd name="connsiteX12" fmla="*/ 7688 w 1932493"/>
                  <a:gd name="connsiteY12" fmla="*/ 795174 h 1941458"/>
                  <a:gd name="connsiteX13" fmla="*/ 10753 w 1932493"/>
                  <a:gd name="connsiteY13" fmla="*/ 775093 h 1941458"/>
                  <a:gd name="connsiteX14" fmla="*/ 961762 w 1932493"/>
                  <a:gd name="connsiteY14" fmla="*/ 0 h 1941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2493" h="1941458">
                    <a:moveTo>
                      <a:pt x="961762" y="0"/>
                    </a:moveTo>
                    <a:cubicBezTo>
                      <a:pt x="1497882" y="0"/>
                      <a:pt x="1932493" y="434610"/>
                      <a:pt x="1932493" y="970729"/>
                    </a:cubicBezTo>
                    <a:cubicBezTo>
                      <a:pt x="1932493" y="1506848"/>
                      <a:pt x="1497882" y="1941458"/>
                      <a:pt x="961762" y="1941458"/>
                    </a:cubicBezTo>
                    <a:cubicBezTo>
                      <a:pt x="492657" y="1941458"/>
                      <a:pt x="101270" y="1608710"/>
                      <a:pt x="10753" y="1166365"/>
                    </a:cubicBezTo>
                    <a:lnTo>
                      <a:pt x="0" y="1095905"/>
                    </a:lnTo>
                    <a:lnTo>
                      <a:pt x="933389" y="1095905"/>
                    </a:lnTo>
                    <a:lnTo>
                      <a:pt x="933389" y="1094998"/>
                    </a:lnTo>
                    <a:lnTo>
                      <a:pt x="937883" y="1095905"/>
                    </a:lnTo>
                    <a:cubicBezTo>
                      <a:pt x="1020356" y="1095905"/>
                      <a:pt x="1087214" y="1029047"/>
                      <a:pt x="1087214" y="946574"/>
                    </a:cubicBezTo>
                    <a:cubicBezTo>
                      <a:pt x="1087214" y="864101"/>
                      <a:pt x="1020356" y="797242"/>
                      <a:pt x="937883" y="797242"/>
                    </a:cubicBezTo>
                    <a:lnTo>
                      <a:pt x="933389" y="798150"/>
                    </a:lnTo>
                    <a:lnTo>
                      <a:pt x="933389" y="795174"/>
                    </a:lnTo>
                    <a:lnTo>
                      <a:pt x="7688" y="795174"/>
                    </a:lnTo>
                    <a:lnTo>
                      <a:pt x="10753" y="775093"/>
                    </a:lnTo>
                    <a:cubicBezTo>
                      <a:pt x="101270" y="332748"/>
                      <a:pt x="492657" y="0"/>
                      <a:pt x="96176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7CC7EC"/>
                  </a:gs>
                  <a:gs pos="58000">
                    <a:srgbClr val="2B70B3"/>
                  </a:gs>
                  <a:gs pos="100000">
                    <a:srgbClr val="004294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5A1399F4-2213-EB86-859B-E7418C101683}"/>
                  </a:ext>
                </a:extLst>
              </p:cNvPr>
              <p:cNvSpPr/>
              <p:nvPr/>
            </p:nvSpPr>
            <p:spPr>
              <a:xfrm>
                <a:off x="3171967" y="2241235"/>
                <a:ext cx="2006111" cy="1426952"/>
              </a:xfrm>
              <a:custGeom>
                <a:avLst/>
                <a:gdLst>
                  <a:gd name="connsiteX0" fmla="*/ 0 w 2416478"/>
                  <a:gd name="connsiteY0" fmla="*/ 0 h 1718844"/>
                  <a:gd name="connsiteX1" fmla="*/ 1420636 w 2416478"/>
                  <a:gd name="connsiteY1" fmla="*/ 0 h 1718844"/>
                  <a:gd name="connsiteX2" fmla="*/ 1420636 w 2416478"/>
                  <a:gd name="connsiteY2" fmla="*/ 1123 h 1718844"/>
                  <a:gd name="connsiteX3" fmla="*/ 1445747 w 2416478"/>
                  <a:gd name="connsiteY3" fmla="*/ 0 h 1718844"/>
                  <a:gd name="connsiteX4" fmla="*/ 2416478 w 2416478"/>
                  <a:gd name="connsiteY4" fmla="*/ 859422 h 1718844"/>
                  <a:gd name="connsiteX5" fmla="*/ 1445747 w 2416478"/>
                  <a:gd name="connsiteY5" fmla="*/ 1718844 h 1718844"/>
                  <a:gd name="connsiteX6" fmla="*/ 494738 w 2416478"/>
                  <a:gd name="connsiteY6" fmla="*/ 1032626 h 1718844"/>
                  <a:gd name="connsiteX7" fmla="*/ 494182 w 2416478"/>
                  <a:gd name="connsiteY7" fmla="*/ 1027740 h 1718844"/>
                  <a:gd name="connsiteX8" fmla="*/ 1420637 w 2416478"/>
                  <a:gd name="connsiteY8" fmla="*/ 1027740 h 1718844"/>
                  <a:gd name="connsiteX9" fmla="*/ 1420637 w 2416478"/>
                  <a:gd name="connsiteY9" fmla="*/ 1026376 h 1718844"/>
                  <a:gd name="connsiteX10" fmla="*/ 1476529 w 2416478"/>
                  <a:gd name="connsiteY10" fmla="*/ 1014762 h 1718844"/>
                  <a:gd name="connsiteX11" fmla="*/ 1567734 w 2416478"/>
                  <a:gd name="connsiteY11" fmla="*/ 873141 h 1718844"/>
                  <a:gd name="connsiteX12" fmla="*/ 1418402 w 2416478"/>
                  <a:gd name="connsiteY12" fmla="*/ 719442 h 1718844"/>
                  <a:gd name="connsiteX13" fmla="*/ 1414066 w 2416478"/>
                  <a:gd name="connsiteY13" fmla="*/ 720343 h 1718844"/>
                  <a:gd name="connsiteX14" fmla="*/ 490852 w 2416478"/>
                  <a:gd name="connsiteY14" fmla="*/ 720343 h 1718844"/>
                  <a:gd name="connsiteX15" fmla="*/ 1 w 2416478"/>
                  <a:gd name="connsiteY15" fmla="*/ 720343 h 1718844"/>
                  <a:gd name="connsiteX16" fmla="*/ 0 w 2416478"/>
                  <a:gd name="connsiteY16" fmla="*/ 720343 h 171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6478" h="1718844">
                    <a:moveTo>
                      <a:pt x="0" y="0"/>
                    </a:moveTo>
                    <a:lnTo>
                      <a:pt x="1420636" y="0"/>
                    </a:lnTo>
                    <a:lnTo>
                      <a:pt x="1420636" y="1123"/>
                    </a:lnTo>
                    <a:lnTo>
                      <a:pt x="1445747" y="0"/>
                    </a:lnTo>
                    <a:cubicBezTo>
                      <a:pt x="1981867" y="0"/>
                      <a:pt x="2416478" y="384776"/>
                      <a:pt x="2416478" y="859422"/>
                    </a:cubicBezTo>
                    <a:cubicBezTo>
                      <a:pt x="2416478" y="1334068"/>
                      <a:pt x="1981867" y="1718844"/>
                      <a:pt x="1445747" y="1718844"/>
                    </a:cubicBezTo>
                    <a:cubicBezTo>
                      <a:pt x="976642" y="1718844"/>
                      <a:pt x="585255" y="1424250"/>
                      <a:pt x="494738" y="1032626"/>
                    </a:cubicBezTo>
                    <a:lnTo>
                      <a:pt x="494182" y="1027740"/>
                    </a:lnTo>
                    <a:lnTo>
                      <a:pt x="1420637" y="1027740"/>
                    </a:lnTo>
                    <a:lnTo>
                      <a:pt x="1420637" y="1026376"/>
                    </a:lnTo>
                    <a:lnTo>
                      <a:pt x="1476529" y="1014762"/>
                    </a:lnTo>
                    <a:cubicBezTo>
                      <a:pt x="1530127" y="991429"/>
                      <a:pt x="1567734" y="936806"/>
                      <a:pt x="1567734" y="873141"/>
                    </a:cubicBezTo>
                    <a:cubicBezTo>
                      <a:pt x="1567734" y="788255"/>
                      <a:pt x="1500876" y="719442"/>
                      <a:pt x="1418402" y="719442"/>
                    </a:cubicBezTo>
                    <a:lnTo>
                      <a:pt x="1414066" y="720343"/>
                    </a:lnTo>
                    <a:lnTo>
                      <a:pt x="490852" y="720343"/>
                    </a:lnTo>
                    <a:lnTo>
                      <a:pt x="1" y="720343"/>
                    </a:lnTo>
                    <a:lnTo>
                      <a:pt x="0" y="720343"/>
                    </a:lnTo>
                    <a:close/>
                  </a:path>
                </a:pathLst>
              </a:custGeom>
              <a:gradFill flip="none" rotWithShape="1">
                <a:gsLst>
                  <a:gs pos="44000">
                    <a:srgbClr val="245F99"/>
                  </a:gs>
                  <a:gs pos="100000">
                    <a:srgbClr val="55B5E6"/>
                  </a:gs>
                  <a:gs pos="0">
                    <a:srgbClr val="00206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906119B2-9488-A9CE-C82D-49A5CACE7198}"/>
                  </a:ext>
                </a:extLst>
              </p:cNvPr>
              <p:cNvSpPr/>
              <p:nvPr/>
            </p:nvSpPr>
            <p:spPr>
              <a:xfrm>
                <a:off x="3171968" y="3091721"/>
                <a:ext cx="1179383" cy="60418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0D266929-73F6-B033-524F-C7CB5B39D8E3}"/>
                  </a:ext>
                </a:extLst>
              </p:cNvPr>
              <p:cNvSpPr/>
              <p:nvPr/>
            </p:nvSpPr>
            <p:spPr>
              <a:xfrm>
                <a:off x="3171967" y="3945580"/>
                <a:ext cx="1176784" cy="60418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D5112216-8E98-C5EB-B33A-EA5213C03205}"/>
                  </a:ext>
                </a:extLst>
              </p:cNvPr>
              <p:cNvSpPr/>
              <p:nvPr/>
            </p:nvSpPr>
            <p:spPr>
              <a:xfrm>
                <a:off x="3656638" y="3023420"/>
                <a:ext cx="1602607" cy="1611762"/>
              </a:xfrm>
              <a:custGeom>
                <a:avLst/>
                <a:gdLst>
                  <a:gd name="connsiteX0" fmla="*/ 959703 w 1930434"/>
                  <a:gd name="connsiteY0" fmla="*/ 0 h 1941458"/>
                  <a:gd name="connsiteX1" fmla="*/ 1930434 w 1930434"/>
                  <a:gd name="connsiteY1" fmla="*/ 970729 h 1941458"/>
                  <a:gd name="connsiteX2" fmla="*/ 959703 w 1930434"/>
                  <a:gd name="connsiteY2" fmla="*/ 1941458 h 1941458"/>
                  <a:gd name="connsiteX3" fmla="*/ 8694 w 1930434"/>
                  <a:gd name="connsiteY3" fmla="*/ 1166365 h 1941458"/>
                  <a:gd name="connsiteX4" fmla="*/ 0 w 1930434"/>
                  <a:gd name="connsiteY4" fmla="*/ 1109397 h 1941458"/>
                  <a:gd name="connsiteX5" fmla="*/ 1101814 w 1930434"/>
                  <a:gd name="connsiteY5" fmla="*/ 1109397 h 1941458"/>
                  <a:gd name="connsiteX6" fmla="*/ 1101814 w 1930434"/>
                  <a:gd name="connsiteY6" fmla="*/ 1108490 h 1941458"/>
                  <a:gd name="connsiteX7" fmla="*/ 1105932 w 1930434"/>
                  <a:gd name="connsiteY7" fmla="*/ 1109397 h 1941458"/>
                  <a:gd name="connsiteX8" fmla="*/ 1242775 w 1930434"/>
                  <a:gd name="connsiteY8" fmla="*/ 960066 h 1941458"/>
                  <a:gd name="connsiteX9" fmla="*/ 1105932 w 1930434"/>
                  <a:gd name="connsiteY9" fmla="*/ 810734 h 1941458"/>
                  <a:gd name="connsiteX10" fmla="*/ 1101814 w 1930434"/>
                  <a:gd name="connsiteY10" fmla="*/ 811641 h 1941458"/>
                  <a:gd name="connsiteX11" fmla="*/ 1101814 w 1930434"/>
                  <a:gd name="connsiteY11" fmla="*/ 808666 h 1941458"/>
                  <a:gd name="connsiteX12" fmla="*/ 3570 w 1930434"/>
                  <a:gd name="connsiteY12" fmla="*/ 808666 h 1941458"/>
                  <a:gd name="connsiteX13" fmla="*/ 8694 w 1930434"/>
                  <a:gd name="connsiteY13" fmla="*/ 775093 h 1941458"/>
                  <a:gd name="connsiteX14" fmla="*/ 959703 w 1930434"/>
                  <a:gd name="connsiteY14" fmla="*/ 0 h 1941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0434" h="1941458">
                    <a:moveTo>
                      <a:pt x="959703" y="0"/>
                    </a:moveTo>
                    <a:cubicBezTo>
                      <a:pt x="1495823" y="0"/>
                      <a:pt x="1930434" y="434610"/>
                      <a:pt x="1930434" y="970729"/>
                    </a:cubicBezTo>
                    <a:cubicBezTo>
                      <a:pt x="1930434" y="1506848"/>
                      <a:pt x="1495823" y="1941458"/>
                      <a:pt x="959703" y="1941458"/>
                    </a:cubicBezTo>
                    <a:cubicBezTo>
                      <a:pt x="490598" y="1941458"/>
                      <a:pt x="99211" y="1608710"/>
                      <a:pt x="8694" y="1166365"/>
                    </a:cubicBezTo>
                    <a:lnTo>
                      <a:pt x="0" y="1109397"/>
                    </a:lnTo>
                    <a:lnTo>
                      <a:pt x="1101814" y="1109397"/>
                    </a:lnTo>
                    <a:lnTo>
                      <a:pt x="1101814" y="1108490"/>
                    </a:lnTo>
                    <a:lnTo>
                      <a:pt x="1105932" y="1109397"/>
                    </a:lnTo>
                    <a:cubicBezTo>
                      <a:pt x="1181508" y="1109397"/>
                      <a:pt x="1242775" y="1042539"/>
                      <a:pt x="1242775" y="960066"/>
                    </a:cubicBezTo>
                    <a:cubicBezTo>
                      <a:pt x="1242775" y="877593"/>
                      <a:pt x="1181508" y="810734"/>
                      <a:pt x="1105932" y="810734"/>
                    </a:cubicBezTo>
                    <a:lnTo>
                      <a:pt x="1101814" y="811641"/>
                    </a:lnTo>
                    <a:lnTo>
                      <a:pt x="1101814" y="808666"/>
                    </a:lnTo>
                    <a:lnTo>
                      <a:pt x="3570" y="808666"/>
                    </a:lnTo>
                    <a:lnTo>
                      <a:pt x="8694" y="775093"/>
                    </a:lnTo>
                    <a:cubicBezTo>
                      <a:pt x="99211" y="332748"/>
                      <a:pt x="490598" y="0"/>
                      <a:pt x="959703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7CC7EC"/>
                  </a:gs>
                  <a:gs pos="17000">
                    <a:srgbClr val="002060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7304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39B87F3-429B-287D-9FB1-F001E3D09685}"/>
              </a:ext>
            </a:extLst>
          </p:cNvPr>
          <p:cNvGrpSpPr/>
          <p:nvPr userDrawn="1"/>
        </p:nvGrpSpPr>
        <p:grpSpPr>
          <a:xfrm>
            <a:off x="9534837" y="162558"/>
            <a:ext cx="2572068" cy="359645"/>
            <a:chOff x="1245550" y="4562610"/>
            <a:chExt cx="2585737" cy="359645"/>
          </a:xfrm>
        </p:grpSpPr>
        <p:pic>
          <p:nvPicPr>
            <p:cNvPr id="8" name="그림 7" descr="그래픽, 로고, 폰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A419D4CC-C339-C579-AF51-C9EEF7F899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3213" y="4562610"/>
              <a:ext cx="1258074" cy="359645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1A82F23-91F7-E057-44C1-8BDBBFADE24C}"/>
                </a:ext>
              </a:extLst>
            </p:cNvPr>
            <p:cNvGrpSpPr/>
            <p:nvPr userDrawn="1"/>
          </p:nvGrpSpPr>
          <p:grpSpPr>
            <a:xfrm>
              <a:off x="1245550" y="4562610"/>
              <a:ext cx="902678" cy="358369"/>
              <a:chOff x="3171967" y="2241235"/>
              <a:chExt cx="6601419" cy="2409191"/>
            </a:xfrm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DF800187-42FF-A36A-B2AF-81A0D8C49DBF}"/>
                  </a:ext>
                </a:extLst>
              </p:cNvPr>
              <p:cNvSpPr/>
              <p:nvPr/>
            </p:nvSpPr>
            <p:spPr>
              <a:xfrm>
                <a:off x="5340412" y="2241235"/>
                <a:ext cx="1734266" cy="1459211"/>
              </a:xfrm>
              <a:custGeom>
                <a:avLst/>
                <a:gdLst>
                  <a:gd name="connsiteX0" fmla="*/ 897416 w 2089024"/>
                  <a:gd name="connsiteY0" fmla="*/ 0 h 1757701"/>
                  <a:gd name="connsiteX1" fmla="*/ 1776600 w 2089024"/>
                  <a:gd name="connsiteY1" fmla="*/ 699548 h 1757701"/>
                  <a:gd name="connsiteX2" fmla="*/ 1781116 w 2089024"/>
                  <a:gd name="connsiteY2" fmla="*/ 728434 h 1757701"/>
                  <a:gd name="connsiteX3" fmla="*/ 935524 w 2089024"/>
                  <a:gd name="connsiteY3" fmla="*/ 728434 h 1757701"/>
                  <a:gd name="connsiteX4" fmla="*/ 929833 w 2089024"/>
                  <a:gd name="connsiteY4" fmla="*/ 727285 h 1757701"/>
                  <a:gd name="connsiteX5" fmla="*/ 780501 w 2089024"/>
                  <a:gd name="connsiteY5" fmla="*/ 876617 h 1757701"/>
                  <a:gd name="connsiteX6" fmla="*/ 871706 w 2089024"/>
                  <a:gd name="connsiteY6" fmla="*/ 1014214 h 1757701"/>
                  <a:gd name="connsiteX7" fmla="*/ 929832 w 2089024"/>
                  <a:gd name="connsiteY7" fmla="*/ 1025949 h 1757701"/>
                  <a:gd name="connsiteX8" fmla="*/ 929832 w 2089024"/>
                  <a:gd name="connsiteY8" fmla="*/ 1029165 h 1757701"/>
                  <a:gd name="connsiteX9" fmla="*/ 2089024 w 2089024"/>
                  <a:gd name="connsiteY9" fmla="*/ 1029165 h 1757701"/>
                  <a:gd name="connsiteX10" fmla="*/ 2089024 w 2089024"/>
                  <a:gd name="connsiteY10" fmla="*/ 1757701 h 1757701"/>
                  <a:gd name="connsiteX11" fmla="*/ 1806569 w 2089024"/>
                  <a:gd name="connsiteY11" fmla="*/ 1757701 h 1757701"/>
                  <a:gd name="connsiteX12" fmla="*/ 1792998 w 2089024"/>
                  <a:gd name="connsiteY12" fmla="*/ 1754961 h 1757701"/>
                  <a:gd name="connsiteX13" fmla="*/ 1788504 w 2089024"/>
                  <a:gd name="connsiteY13" fmla="*/ 1755869 h 1757701"/>
                  <a:gd name="connsiteX14" fmla="*/ 1788504 w 2089024"/>
                  <a:gd name="connsiteY14" fmla="*/ 1752893 h 1757701"/>
                  <a:gd name="connsiteX15" fmla="*/ 929832 w 2089024"/>
                  <a:gd name="connsiteY15" fmla="*/ 1752893 h 1757701"/>
                  <a:gd name="connsiteX16" fmla="*/ 929832 w 2089024"/>
                  <a:gd name="connsiteY16" fmla="*/ 1750634 h 1757701"/>
                  <a:gd name="connsiteX17" fmla="*/ 897416 w 2089024"/>
                  <a:gd name="connsiteY17" fmla="*/ 1752232 h 1757701"/>
                  <a:gd name="connsiteX18" fmla="*/ 0 w 2089024"/>
                  <a:gd name="connsiteY18" fmla="*/ 876116 h 1757701"/>
                  <a:gd name="connsiteX19" fmla="*/ 897416 w 2089024"/>
                  <a:gd name="connsiteY19" fmla="*/ 0 h 1757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089024" h="1757701">
                    <a:moveTo>
                      <a:pt x="897416" y="0"/>
                    </a:moveTo>
                    <a:cubicBezTo>
                      <a:pt x="1331092" y="0"/>
                      <a:pt x="1692919" y="300317"/>
                      <a:pt x="1776600" y="699548"/>
                    </a:cubicBezTo>
                    <a:lnTo>
                      <a:pt x="1781116" y="728434"/>
                    </a:lnTo>
                    <a:lnTo>
                      <a:pt x="935524" y="728434"/>
                    </a:lnTo>
                    <a:lnTo>
                      <a:pt x="929833" y="727285"/>
                    </a:lnTo>
                    <a:cubicBezTo>
                      <a:pt x="847359" y="727285"/>
                      <a:pt x="780501" y="794143"/>
                      <a:pt x="780501" y="876617"/>
                    </a:cubicBezTo>
                    <a:cubicBezTo>
                      <a:pt x="780501" y="938473"/>
                      <a:pt x="818109" y="991544"/>
                      <a:pt x="871706" y="1014214"/>
                    </a:cubicBezTo>
                    <a:lnTo>
                      <a:pt x="929832" y="1025949"/>
                    </a:lnTo>
                    <a:lnTo>
                      <a:pt x="929832" y="1029165"/>
                    </a:lnTo>
                    <a:lnTo>
                      <a:pt x="2089024" y="1029165"/>
                    </a:lnTo>
                    <a:lnTo>
                      <a:pt x="2089024" y="1757701"/>
                    </a:lnTo>
                    <a:lnTo>
                      <a:pt x="1806569" y="1757701"/>
                    </a:lnTo>
                    <a:lnTo>
                      <a:pt x="1792998" y="1754961"/>
                    </a:lnTo>
                    <a:lnTo>
                      <a:pt x="1788504" y="1755869"/>
                    </a:lnTo>
                    <a:lnTo>
                      <a:pt x="1788504" y="1752893"/>
                    </a:lnTo>
                    <a:lnTo>
                      <a:pt x="929832" y="1752893"/>
                    </a:lnTo>
                    <a:lnTo>
                      <a:pt x="929832" y="1750634"/>
                    </a:lnTo>
                    <a:lnTo>
                      <a:pt x="897416" y="1752232"/>
                    </a:lnTo>
                    <a:cubicBezTo>
                      <a:pt x="401787" y="1752232"/>
                      <a:pt x="0" y="1359982"/>
                      <a:pt x="0" y="876116"/>
                    </a:cubicBezTo>
                    <a:cubicBezTo>
                      <a:pt x="0" y="392250"/>
                      <a:pt x="401787" y="0"/>
                      <a:pt x="89741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7CC7EC"/>
                  </a:gs>
                  <a:gs pos="47000">
                    <a:srgbClr val="2B70B3"/>
                  </a:gs>
                  <a:gs pos="0">
                    <a:srgbClr val="004294"/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7DA464DC-AA63-B0CE-29A0-EDE313C5327D}"/>
                  </a:ext>
                </a:extLst>
              </p:cNvPr>
              <p:cNvSpPr/>
              <p:nvPr/>
            </p:nvSpPr>
            <p:spPr>
              <a:xfrm rot="5400000">
                <a:off x="6217371" y="2136609"/>
                <a:ext cx="2306499" cy="2516563"/>
              </a:xfrm>
              <a:custGeom>
                <a:avLst/>
                <a:gdLst>
                  <a:gd name="connsiteX0" fmla="*/ 0 w 2306499"/>
                  <a:gd name="connsiteY0" fmla="*/ 2516563 h 2516563"/>
                  <a:gd name="connsiteX1" fmla="*/ 0 w 2306499"/>
                  <a:gd name="connsiteY1" fmla="*/ 820527 h 2516563"/>
                  <a:gd name="connsiteX2" fmla="*/ 0 w 2306499"/>
                  <a:gd name="connsiteY2" fmla="*/ 807645 h 2516563"/>
                  <a:gd name="connsiteX3" fmla="*/ 0 w 2306499"/>
                  <a:gd name="connsiteY3" fmla="*/ 535491 h 2516563"/>
                  <a:gd name="connsiteX4" fmla="*/ 7397 w 2306499"/>
                  <a:gd name="connsiteY4" fmla="*/ 463565 h 2516563"/>
                  <a:gd name="connsiteX5" fmla="*/ 374382 w 2306499"/>
                  <a:gd name="connsiteY5" fmla="*/ 103824 h 2516563"/>
                  <a:gd name="connsiteX6" fmla="*/ 447918 w 2306499"/>
                  <a:gd name="connsiteY6" fmla="*/ 96558 h 2516563"/>
                  <a:gd name="connsiteX7" fmla="*/ 394622 w 2306499"/>
                  <a:gd name="connsiteY7" fmla="*/ 96558 h 2516563"/>
                  <a:gd name="connsiteX8" fmla="*/ 394622 w 2306499"/>
                  <a:gd name="connsiteY8" fmla="*/ 96332 h 2516563"/>
                  <a:gd name="connsiteX9" fmla="*/ 2306497 w 2306499"/>
                  <a:gd name="connsiteY9" fmla="*/ 96332 h 2516563"/>
                  <a:gd name="connsiteX10" fmla="*/ 2306497 w 2306499"/>
                  <a:gd name="connsiteY10" fmla="*/ 0 h 2516563"/>
                  <a:gd name="connsiteX11" fmla="*/ 2306499 w 2306499"/>
                  <a:gd name="connsiteY11" fmla="*/ 0 h 2516563"/>
                  <a:gd name="connsiteX12" fmla="*/ 2306499 w 2306499"/>
                  <a:gd name="connsiteY12" fmla="*/ 820527 h 2516563"/>
                  <a:gd name="connsiteX13" fmla="*/ 602574 w 2306499"/>
                  <a:gd name="connsiteY13" fmla="*/ 820527 h 2516563"/>
                  <a:gd name="connsiteX14" fmla="*/ 602574 w 2306499"/>
                  <a:gd name="connsiteY14" fmla="*/ 2516563 h 2516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06499" h="2516563">
                    <a:moveTo>
                      <a:pt x="0" y="2516563"/>
                    </a:moveTo>
                    <a:lnTo>
                      <a:pt x="0" y="820527"/>
                    </a:lnTo>
                    <a:lnTo>
                      <a:pt x="0" y="807645"/>
                    </a:lnTo>
                    <a:lnTo>
                      <a:pt x="0" y="535491"/>
                    </a:lnTo>
                    <a:lnTo>
                      <a:pt x="7397" y="463565"/>
                    </a:lnTo>
                    <a:cubicBezTo>
                      <a:pt x="45091" y="282996"/>
                      <a:pt x="190177" y="140774"/>
                      <a:pt x="374382" y="103824"/>
                    </a:cubicBezTo>
                    <a:lnTo>
                      <a:pt x="447918" y="96558"/>
                    </a:lnTo>
                    <a:lnTo>
                      <a:pt x="394622" y="96558"/>
                    </a:lnTo>
                    <a:lnTo>
                      <a:pt x="394622" y="96332"/>
                    </a:lnTo>
                    <a:lnTo>
                      <a:pt x="2306497" y="96332"/>
                    </a:lnTo>
                    <a:lnTo>
                      <a:pt x="2306497" y="0"/>
                    </a:lnTo>
                    <a:lnTo>
                      <a:pt x="2306499" y="0"/>
                    </a:lnTo>
                    <a:lnTo>
                      <a:pt x="2306499" y="820527"/>
                    </a:lnTo>
                    <a:lnTo>
                      <a:pt x="602574" y="820527"/>
                    </a:lnTo>
                    <a:lnTo>
                      <a:pt x="602574" y="2516563"/>
                    </a:lnTo>
                    <a:close/>
                  </a:path>
                </a:pathLst>
              </a:custGeom>
              <a:gradFill>
                <a:gsLst>
                  <a:gs pos="0">
                    <a:srgbClr val="002060"/>
                  </a:gs>
                  <a:gs pos="42000">
                    <a:srgbClr val="0C5DA7"/>
                  </a:gs>
                  <a:gs pos="100000">
                    <a:srgbClr val="7CC7EC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5ABBDBD-0805-CF5B-8233-F2D7BD903AD1}"/>
                  </a:ext>
                </a:extLst>
              </p:cNvPr>
              <p:cNvSpPr/>
              <p:nvPr/>
            </p:nvSpPr>
            <p:spPr>
              <a:xfrm>
                <a:off x="7808374" y="3945580"/>
                <a:ext cx="1965012" cy="602556"/>
              </a:xfrm>
              <a:prstGeom prst="rect">
                <a:avLst/>
              </a:prstGeom>
              <a:gradFill>
                <a:gsLst>
                  <a:gs pos="31200">
                    <a:srgbClr val="3E9AD2"/>
                  </a:gs>
                  <a:gs pos="0">
                    <a:srgbClr val="55B5E6"/>
                  </a:gs>
                  <a:gs pos="100000">
                    <a:srgbClr val="0C5DA7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E4859F1-56B5-5756-B87C-12D7B31419C5}"/>
                  </a:ext>
                </a:extLst>
              </p:cNvPr>
              <p:cNvSpPr/>
              <p:nvPr/>
            </p:nvSpPr>
            <p:spPr>
              <a:xfrm>
                <a:off x="4718951" y="3950107"/>
                <a:ext cx="2111493" cy="602575"/>
              </a:xfrm>
              <a:prstGeom prst="rect">
                <a:avLst/>
              </a:prstGeom>
              <a:gradFill>
                <a:gsLst>
                  <a:gs pos="100000">
                    <a:srgbClr val="EFF3F8"/>
                  </a:gs>
                  <a:gs pos="0">
                    <a:srgbClr val="002060"/>
                  </a:gs>
                  <a:gs pos="33000">
                    <a:srgbClr val="0C5DA7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76CD4BCF-8C31-E199-FB6D-A1634B0F20D7}"/>
                  </a:ext>
                </a:extLst>
              </p:cNvPr>
              <p:cNvSpPr/>
              <p:nvPr/>
            </p:nvSpPr>
            <p:spPr>
              <a:xfrm>
                <a:off x="6050311" y="3038664"/>
                <a:ext cx="1604317" cy="1611762"/>
              </a:xfrm>
              <a:custGeom>
                <a:avLst/>
                <a:gdLst>
                  <a:gd name="connsiteX0" fmla="*/ 961762 w 1932493"/>
                  <a:gd name="connsiteY0" fmla="*/ 0 h 1941458"/>
                  <a:gd name="connsiteX1" fmla="*/ 1932493 w 1932493"/>
                  <a:gd name="connsiteY1" fmla="*/ 970729 h 1941458"/>
                  <a:gd name="connsiteX2" fmla="*/ 961762 w 1932493"/>
                  <a:gd name="connsiteY2" fmla="*/ 1941458 h 1941458"/>
                  <a:gd name="connsiteX3" fmla="*/ 10753 w 1932493"/>
                  <a:gd name="connsiteY3" fmla="*/ 1166365 h 1941458"/>
                  <a:gd name="connsiteX4" fmla="*/ 0 w 1932493"/>
                  <a:gd name="connsiteY4" fmla="*/ 1095905 h 1941458"/>
                  <a:gd name="connsiteX5" fmla="*/ 933389 w 1932493"/>
                  <a:gd name="connsiteY5" fmla="*/ 1095905 h 1941458"/>
                  <a:gd name="connsiteX6" fmla="*/ 933389 w 1932493"/>
                  <a:gd name="connsiteY6" fmla="*/ 1094998 h 1941458"/>
                  <a:gd name="connsiteX7" fmla="*/ 937883 w 1932493"/>
                  <a:gd name="connsiteY7" fmla="*/ 1095905 h 1941458"/>
                  <a:gd name="connsiteX8" fmla="*/ 1087214 w 1932493"/>
                  <a:gd name="connsiteY8" fmla="*/ 946574 h 1941458"/>
                  <a:gd name="connsiteX9" fmla="*/ 937883 w 1932493"/>
                  <a:gd name="connsiteY9" fmla="*/ 797242 h 1941458"/>
                  <a:gd name="connsiteX10" fmla="*/ 933389 w 1932493"/>
                  <a:gd name="connsiteY10" fmla="*/ 798150 h 1941458"/>
                  <a:gd name="connsiteX11" fmla="*/ 933389 w 1932493"/>
                  <a:gd name="connsiteY11" fmla="*/ 795174 h 1941458"/>
                  <a:gd name="connsiteX12" fmla="*/ 7688 w 1932493"/>
                  <a:gd name="connsiteY12" fmla="*/ 795174 h 1941458"/>
                  <a:gd name="connsiteX13" fmla="*/ 10753 w 1932493"/>
                  <a:gd name="connsiteY13" fmla="*/ 775093 h 1941458"/>
                  <a:gd name="connsiteX14" fmla="*/ 961762 w 1932493"/>
                  <a:gd name="connsiteY14" fmla="*/ 0 h 1941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2493" h="1941458">
                    <a:moveTo>
                      <a:pt x="961762" y="0"/>
                    </a:moveTo>
                    <a:cubicBezTo>
                      <a:pt x="1497882" y="0"/>
                      <a:pt x="1932493" y="434610"/>
                      <a:pt x="1932493" y="970729"/>
                    </a:cubicBezTo>
                    <a:cubicBezTo>
                      <a:pt x="1932493" y="1506848"/>
                      <a:pt x="1497882" y="1941458"/>
                      <a:pt x="961762" y="1941458"/>
                    </a:cubicBezTo>
                    <a:cubicBezTo>
                      <a:pt x="492657" y="1941458"/>
                      <a:pt x="101270" y="1608710"/>
                      <a:pt x="10753" y="1166365"/>
                    </a:cubicBezTo>
                    <a:lnTo>
                      <a:pt x="0" y="1095905"/>
                    </a:lnTo>
                    <a:lnTo>
                      <a:pt x="933389" y="1095905"/>
                    </a:lnTo>
                    <a:lnTo>
                      <a:pt x="933389" y="1094998"/>
                    </a:lnTo>
                    <a:lnTo>
                      <a:pt x="937883" y="1095905"/>
                    </a:lnTo>
                    <a:cubicBezTo>
                      <a:pt x="1020356" y="1095905"/>
                      <a:pt x="1087214" y="1029047"/>
                      <a:pt x="1087214" y="946574"/>
                    </a:cubicBezTo>
                    <a:cubicBezTo>
                      <a:pt x="1087214" y="864101"/>
                      <a:pt x="1020356" y="797242"/>
                      <a:pt x="937883" y="797242"/>
                    </a:cubicBezTo>
                    <a:lnTo>
                      <a:pt x="933389" y="798150"/>
                    </a:lnTo>
                    <a:lnTo>
                      <a:pt x="933389" y="795174"/>
                    </a:lnTo>
                    <a:lnTo>
                      <a:pt x="7688" y="795174"/>
                    </a:lnTo>
                    <a:lnTo>
                      <a:pt x="10753" y="775093"/>
                    </a:lnTo>
                    <a:cubicBezTo>
                      <a:pt x="101270" y="332748"/>
                      <a:pt x="492657" y="0"/>
                      <a:pt x="96176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7CC7EC"/>
                  </a:gs>
                  <a:gs pos="58000">
                    <a:srgbClr val="2B70B3"/>
                  </a:gs>
                  <a:gs pos="100000">
                    <a:srgbClr val="004294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DC27C4F2-D2C7-DD3D-3465-6475C51FFCFF}"/>
                  </a:ext>
                </a:extLst>
              </p:cNvPr>
              <p:cNvSpPr/>
              <p:nvPr/>
            </p:nvSpPr>
            <p:spPr>
              <a:xfrm>
                <a:off x="3171967" y="2241235"/>
                <a:ext cx="2006111" cy="1426952"/>
              </a:xfrm>
              <a:custGeom>
                <a:avLst/>
                <a:gdLst>
                  <a:gd name="connsiteX0" fmla="*/ 0 w 2416478"/>
                  <a:gd name="connsiteY0" fmla="*/ 0 h 1718844"/>
                  <a:gd name="connsiteX1" fmla="*/ 1420636 w 2416478"/>
                  <a:gd name="connsiteY1" fmla="*/ 0 h 1718844"/>
                  <a:gd name="connsiteX2" fmla="*/ 1420636 w 2416478"/>
                  <a:gd name="connsiteY2" fmla="*/ 1123 h 1718844"/>
                  <a:gd name="connsiteX3" fmla="*/ 1445747 w 2416478"/>
                  <a:gd name="connsiteY3" fmla="*/ 0 h 1718844"/>
                  <a:gd name="connsiteX4" fmla="*/ 2416478 w 2416478"/>
                  <a:gd name="connsiteY4" fmla="*/ 859422 h 1718844"/>
                  <a:gd name="connsiteX5" fmla="*/ 1445747 w 2416478"/>
                  <a:gd name="connsiteY5" fmla="*/ 1718844 h 1718844"/>
                  <a:gd name="connsiteX6" fmla="*/ 494738 w 2416478"/>
                  <a:gd name="connsiteY6" fmla="*/ 1032626 h 1718844"/>
                  <a:gd name="connsiteX7" fmla="*/ 494182 w 2416478"/>
                  <a:gd name="connsiteY7" fmla="*/ 1027740 h 1718844"/>
                  <a:gd name="connsiteX8" fmla="*/ 1420637 w 2416478"/>
                  <a:gd name="connsiteY8" fmla="*/ 1027740 h 1718844"/>
                  <a:gd name="connsiteX9" fmla="*/ 1420637 w 2416478"/>
                  <a:gd name="connsiteY9" fmla="*/ 1026376 h 1718844"/>
                  <a:gd name="connsiteX10" fmla="*/ 1476529 w 2416478"/>
                  <a:gd name="connsiteY10" fmla="*/ 1014762 h 1718844"/>
                  <a:gd name="connsiteX11" fmla="*/ 1567734 w 2416478"/>
                  <a:gd name="connsiteY11" fmla="*/ 873141 h 1718844"/>
                  <a:gd name="connsiteX12" fmla="*/ 1418402 w 2416478"/>
                  <a:gd name="connsiteY12" fmla="*/ 719442 h 1718844"/>
                  <a:gd name="connsiteX13" fmla="*/ 1414066 w 2416478"/>
                  <a:gd name="connsiteY13" fmla="*/ 720343 h 1718844"/>
                  <a:gd name="connsiteX14" fmla="*/ 490852 w 2416478"/>
                  <a:gd name="connsiteY14" fmla="*/ 720343 h 1718844"/>
                  <a:gd name="connsiteX15" fmla="*/ 1 w 2416478"/>
                  <a:gd name="connsiteY15" fmla="*/ 720343 h 1718844"/>
                  <a:gd name="connsiteX16" fmla="*/ 0 w 2416478"/>
                  <a:gd name="connsiteY16" fmla="*/ 720343 h 1718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6478" h="1718844">
                    <a:moveTo>
                      <a:pt x="0" y="0"/>
                    </a:moveTo>
                    <a:lnTo>
                      <a:pt x="1420636" y="0"/>
                    </a:lnTo>
                    <a:lnTo>
                      <a:pt x="1420636" y="1123"/>
                    </a:lnTo>
                    <a:lnTo>
                      <a:pt x="1445747" y="0"/>
                    </a:lnTo>
                    <a:cubicBezTo>
                      <a:pt x="1981867" y="0"/>
                      <a:pt x="2416478" y="384776"/>
                      <a:pt x="2416478" y="859422"/>
                    </a:cubicBezTo>
                    <a:cubicBezTo>
                      <a:pt x="2416478" y="1334068"/>
                      <a:pt x="1981867" y="1718844"/>
                      <a:pt x="1445747" y="1718844"/>
                    </a:cubicBezTo>
                    <a:cubicBezTo>
                      <a:pt x="976642" y="1718844"/>
                      <a:pt x="585255" y="1424250"/>
                      <a:pt x="494738" y="1032626"/>
                    </a:cubicBezTo>
                    <a:lnTo>
                      <a:pt x="494182" y="1027740"/>
                    </a:lnTo>
                    <a:lnTo>
                      <a:pt x="1420637" y="1027740"/>
                    </a:lnTo>
                    <a:lnTo>
                      <a:pt x="1420637" y="1026376"/>
                    </a:lnTo>
                    <a:lnTo>
                      <a:pt x="1476529" y="1014762"/>
                    </a:lnTo>
                    <a:cubicBezTo>
                      <a:pt x="1530127" y="991429"/>
                      <a:pt x="1567734" y="936806"/>
                      <a:pt x="1567734" y="873141"/>
                    </a:cubicBezTo>
                    <a:cubicBezTo>
                      <a:pt x="1567734" y="788255"/>
                      <a:pt x="1500876" y="719442"/>
                      <a:pt x="1418402" y="719442"/>
                    </a:cubicBezTo>
                    <a:lnTo>
                      <a:pt x="1414066" y="720343"/>
                    </a:lnTo>
                    <a:lnTo>
                      <a:pt x="490852" y="720343"/>
                    </a:lnTo>
                    <a:lnTo>
                      <a:pt x="1" y="720343"/>
                    </a:lnTo>
                    <a:lnTo>
                      <a:pt x="0" y="720343"/>
                    </a:lnTo>
                    <a:close/>
                  </a:path>
                </a:pathLst>
              </a:custGeom>
              <a:gradFill flip="none" rotWithShape="1">
                <a:gsLst>
                  <a:gs pos="44000">
                    <a:srgbClr val="245F99"/>
                  </a:gs>
                  <a:gs pos="100000">
                    <a:srgbClr val="55B5E6"/>
                  </a:gs>
                  <a:gs pos="0">
                    <a:srgbClr val="00206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1ADD1FCC-3604-A6C6-4F39-25C6098F9269}"/>
                  </a:ext>
                </a:extLst>
              </p:cNvPr>
              <p:cNvSpPr/>
              <p:nvPr/>
            </p:nvSpPr>
            <p:spPr>
              <a:xfrm>
                <a:off x="3171968" y="3091721"/>
                <a:ext cx="1179383" cy="60418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B209D24E-643B-B357-F8EB-E0DDA28BCFEA}"/>
                  </a:ext>
                </a:extLst>
              </p:cNvPr>
              <p:cNvSpPr/>
              <p:nvPr/>
            </p:nvSpPr>
            <p:spPr>
              <a:xfrm>
                <a:off x="3171967" y="3945580"/>
                <a:ext cx="1176784" cy="60418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D622969C-26A1-623B-ECEC-4C992D3F0B95}"/>
                  </a:ext>
                </a:extLst>
              </p:cNvPr>
              <p:cNvSpPr/>
              <p:nvPr/>
            </p:nvSpPr>
            <p:spPr>
              <a:xfrm>
                <a:off x="3656638" y="3023420"/>
                <a:ext cx="1602607" cy="1611762"/>
              </a:xfrm>
              <a:custGeom>
                <a:avLst/>
                <a:gdLst>
                  <a:gd name="connsiteX0" fmla="*/ 959703 w 1930434"/>
                  <a:gd name="connsiteY0" fmla="*/ 0 h 1941458"/>
                  <a:gd name="connsiteX1" fmla="*/ 1930434 w 1930434"/>
                  <a:gd name="connsiteY1" fmla="*/ 970729 h 1941458"/>
                  <a:gd name="connsiteX2" fmla="*/ 959703 w 1930434"/>
                  <a:gd name="connsiteY2" fmla="*/ 1941458 h 1941458"/>
                  <a:gd name="connsiteX3" fmla="*/ 8694 w 1930434"/>
                  <a:gd name="connsiteY3" fmla="*/ 1166365 h 1941458"/>
                  <a:gd name="connsiteX4" fmla="*/ 0 w 1930434"/>
                  <a:gd name="connsiteY4" fmla="*/ 1109397 h 1941458"/>
                  <a:gd name="connsiteX5" fmla="*/ 1101814 w 1930434"/>
                  <a:gd name="connsiteY5" fmla="*/ 1109397 h 1941458"/>
                  <a:gd name="connsiteX6" fmla="*/ 1101814 w 1930434"/>
                  <a:gd name="connsiteY6" fmla="*/ 1108490 h 1941458"/>
                  <a:gd name="connsiteX7" fmla="*/ 1105932 w 1930434"/>
                  <a:gd name="connsiteY7" fmla="*/ 1109397 h 1941458"/>
                  <a:gd name="connsiteX8" fmla="*/ 1242775 w 1930434"/>
                  <a:gd name="connsiteY8" fmla="*/ 960066 h 1941458"/>
                  <a:gd name="connsiteX9" fmla="*/ 1105932 w 1930434"/>
                  <a:gd name="connsiteY9" fmla="*/ 810734 h 1941458"/>
                  <a:gd name="connsiteX10" fmla="*/ 1101814 w 1930434"/>
                  <a:gd name="connsiteY10" fmla="*/ 811641 h 1941458"/>
                  <a:gd name="connsiteX11" fmla="*/ 1101814 w 1930434"/>
                  <a:gd name="connsiteY11" fmla="*/ 808666 h 1941458"/>
                  <a:gd name="connsiteX12" fmla="*/ 3570 w 1930434"/>
                  <a:gd name="connsiteY12" fmla="*/ 808666 h 1941458"/>
                  <a:gd name="connsiteX13" fmla="*/ 8694 w 1930434"/>
                  <a:gd name="connsiteY13" fmla="*/ 775093 h 1941458"/>
                  <a:gd name="connsiteX14" fmla="*/ 959703 w 1930434"/>
                  <a:gd name="connsiteY14" fmla="*/ 0 h 1941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30434" h="1941458">
                    <a:moveTo>
                      <a:pt x="959703" y="0"/>
                    </a:moveTo>
                    <a:cubicBezTo>
                      <a:pt x="1495823" y="0"/>
                      <a:pt x="1930434" y="434610"/>
                      <a:pt x="1930434" y="970729"/>
                    </a:cubicBezTo>
                    <a:cubicBezTo>
                      <a:pt x="1930434" y="1506848"/>
                      <a:pt x="1495823" y="1941458"/>
                      <a:pt x="959703" y="1941458"/>
                    </a:cubicBezTo>
                    <a:cubicBezTo>
                      <a:pt x="490598" y="1941458"/>
                      <a:pt x="99211" y="1608710"/>
                      <a:pt x="8694" y="1166365"/>
                    </a:cubicBezTo>
                    <a:lnTo>
                      <a:pt x="0" y="1109397"/>
                    </a:lnTo>
                    <a:lnTo>
                      <a:pt x="1101814" y="1109397"/>
                    </a:lnTo>
                    <a:lnTo>
                      <a:pt x="1101814" y="1108490"/>
                    </a:lnTo>
                    <a:lnTo>
                      <a:pt x="1105932" y="1109397"/>
                    </a:lnTo>
                    <a:cubicBezTo>
                      <a:pt x="1181508" y="1109397"/>
                      <a:pt x="1242775" y="1042539"/>
                      <a:pt x="1242775" y="960066"/>
                    </a:cubicBezTo>
                    <a:cubicBezTo>
                      <a:pt x="1242775" y="877593"/>
                      <a:pt x="1181508" y="810734"/>
                      <a:pt x="1105932" y="810734"/>
                    </a:cubicBezTo>
                    <a:lnTo>
                      <a:pt x="1101814" y="811641"/>
                    </a:lnTo>
                    <a:lnTo>
                      <a:pt x="1101814" y="808666"/>
                    </a:lnTo>
                    <a:lnTo>
                      <a:pt x="3570" y="808666"/>
                    </a:lnTo>
                    <a:lnTo>
                      <a:pt x="8694" y="775093"/>
                    </a:lnTo>
                    <a:cubicBezTo>
                      <a:pt x="99211" y="332748"/>
                      <a:pt x="490598" y="0"/>
                      <a:pt x="959703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7CC7EC"/>
                  </a:gs>
                  <a:gs pos="17000">
                    <a:srgbClr val="002060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55A996B1-7995-CF92-7D5D-1BAC17F81670}"/>
              </a:ext>
            </a:extLst>
          </p:cNvPr>
          <p:cNvSpPr txBox="1">
            <a:spLocks/>
          </p:cNvSpPr>
          <p:nvPr userDrawn="1"/>
        </p:nvSpPr>
        <p:spPr>
          <a:xfrm>
            <a:off x="9363705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8FE718-BEA3-4FDA-A259-18ECA26EED7C}" type="slidenum">
              <a:rPr lang="ko-KR" altLang="en-US" smtClean="0"/>
              <a:pPr/>
              <a:t>‹#›</a:t>
            </a:fld>
            <a:r>
              <a:rPr lang="en-US" altLang="ko-KR" dirty="0"/>
              <a:t>/18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466D79-6004-CD73-779A-DD1D5C9CB0B7}"/>
              </a:ext>
            </a:extLst>
          </p:cNvPr>
          <p:cNvSpPr/>
          <p:nvPr userDrawn="1"/>
        </p:nvSpPr>
        <p:spPr>
          <a:xfrm>
            <a:off x="239938" y="128604"/>
            <a:ext cx="64800" cy="6284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57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C13CA-27C9-2553-6F2F-15BCAF60B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C02932-F58A-1F4F-ED1C-314B86155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6A830-7BAA-EAB3-90BF-23B54A0AB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5FD7A-1BA7-45A1-97DD-01359FC3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39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BED570-9D0E-3E97-CFB6-905BE886A44D}"/>
              </a:ext>
            </a:extLst>
          </p:cNvPr>
          <p:cNvSpPr txBox="1"/>
          <p:nvPr/>
        </p:nvSpPr>
        <p:spPr>
          <a:xfrm>
            <a:off x="741240" y="1746303"/>
            <a:ext cx="109537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ln w="5080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Regular Meeting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AAE4C-B56D-B751-6797-881B16933D22}"/>
              </a:ext>
            </a:extLst>
          </p:cNvPr>
          <p:cNvSpPr txBox="1"/>
          <p:nvPr/>
        </p:nvSpPr>
        <p:spPr>
          <a:xfrm>
            <a:off x="4629150" y="5003975"/>
            <a:ext cx="29337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Dongmin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Kim</a:t>
            </a:r>
            <a:endParaRPr lang="ko-KR" altLang="en-US" sz="2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0C1A13-696A-1679-87EE-A05730F5A98D}"/>
              </a:ext>
            </a:extLst>
          </p:cNvPr>
          <p:cNvSpPr txBox="1"/>
          <p:nvPr/>
        </p:nvSpPr>
        <p:spPr>
          <a:xfrm>
            <a:off x="4629150" y="4603865"/>
            <a:ext cx="29337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Mar. 03</a:t>
            </a:r>
            <a:endParaRPr lang="ko-KR" altLang="en-US" sz="2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95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FDF7EE2E-28B6-3877-B7EC-5C850F060D2D}"/>
              </a:ext>
            </a:extLst>
          </p:cNvPr>
          <p:cNvGrpSpPr/>
          <p:nvPr/>
        </p:nvGrpSpPr>
        <p:grpSpPr>
          <a:xfrm>
            <a:off x="1681778" y="1917188"/>
            <a:ext cx="7238103" cy="584775"/>
            <a:chOff x="1681778" y="1366820"/>
            <a:chExt cx="7238103" cy="5847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E09E74-5E24-5523-4D59-79B4785753C5}"/>
                </a:ext>
              </a:extLst>
            </p:cNvPr>
            <p:cNvSpPr txBox="1"/>
            <p:nvPr/>
          </p:nvSpPr>
          <p:spPr>
            <a:xfrm>
              <a:off x="1681778" y="1366820"/>
              <a:ext cx="8044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32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ko-KR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F1FBE0-4B34-0318-5D6B-4E7E90A123C7}"/>
                </a:ext>
              </a:extLst>
            </p:cNvPr>
            <p:cNvSpPr txBox="1"/>
            <p:nvPr/>
          </p:nvSpPr>
          <p:spPr>
            <a:xfrm>
              <a:off x="2486212" y="1397597"/>
              <a:ext cx="64336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00000"/>
                </a:lnSpc>
              </a:pPr>
              <a:r>
                <a:rPr lang="en-US" altLang="ko-KR" sz="2800" b="1" dirty="0">
                  <a:ln w="1270">
                    <a:solidFill>
                      <a:srgbClr val="F99D1C">
                        <a:alpha val="0"/>
                      </a:srgb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KoreanYNMYTM" panose="02020600000000000000" pitchFamily="18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74F96A6-A5FC-9CF0-14A2-1099B817E143}"/>
              </a:ext>
            </a:extLst>
          </p:cNvPr>
          <p:cNvGrpSpPr/>
          <p:nvPr/>
        </p:nvGrpSpPr>
        <p:grpSpPr>
          <a:xfrm>
            <a:off x="2486212" y="2733222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4" name="갈매기형 수장 66">
              <a:extLst>
                <a:ext uri="{FF2B5EF4-FFF2-40B4-BE49-F238E27FC236}">
                  <a16:creationId xmlns:a16="http://schemas.microsoft.com/office/drawing/2014/main" id="{920D6DC6-F1BC-CE23-359C-B0F29C93288C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갈매기형 수장 67">
              <a:extLst>
                <a:ext uri="{FF2B5EF4-FFF2-40B4-BE49-F238E27FC236}">
                  <a16:creationId xmlns:a16="http://schemas.microsoft.com/office/drawing/2014/main" id="{BB53CEC6-F80B-7151-EF4D-D8BD91799C4D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A22F9BE-0AB9-FB96-A8EE-EB309E6676EB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5A9BAD-AD0D-AE63-1E8C-E0940736C756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Contents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C976D9-2910-9B99-3829-BB5D9D65387A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BSL Meeting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96026D-465F-FFCA-0983-69F8EF02E3BD}"/>
              </a:ext>
            </a:extLst>
          </p:cNvPr>
          <p:cNvSpPr/>
          <p:nvPr/>
        </p:nvSpPr>
        <p:spPr>
          <a:xfrm>
            <a:off x="2678631" y="2654792"/>
            <a:ext cx="675111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Co-simulation study based on VISSIM-MATLAB-COMSOL:</a:t>
            </a:r>
            <a:b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</a:br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Predictive speed control for energy minimization and battery degradation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0D0E40-FD47-88C4-07D0-9952AB6069AE}"/>
              </a:ext>
            </a:extLst>
          </p:cNvPr>
          <p:cNvSpPr/>
          <p:nvPr/>
        </p:nvSpPr>
        <p:spPr>
          <a:xfrm>
            <a:off x="2678631" y="3317997"/>
            <a:ext cx="6751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- Previous Work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B11D2E-EDD0-84C1-AA4A-AA4ACC2462F1}"/>
              </a:ext>
            </a:extLst>
          </p:cNvPr>
          <p:cNvSpPr/>
          <p:nvPr/>
        </p:nvSpPr>
        <p:spPr>
          <a:xfrm>
            <a:off x="2678630" y="3734981"/>
            <a:ext cx="6751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- On-going Work</a:t>
            </a:r>
          </a:p>
        </p:txBody>
      </p:sp>
    </p:spTree>
    <p:extLst>
      <p:ext uri="{BB962C8B-B14F-4D97-AF65-F5344CB8AC3E}">
        <p14:creationId xmlns:p14="http://schemas.microsoft.com/office/powerpoint/2010/main" val="3506396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Previous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54653"/>
              <a:gd name="adj2" fmla="val -6913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84BE58-DFCB-C8FE-1531-E80459B40AB0}"/>
              </a:ext>
            </a:extLst>
          </p:cNvPr>
          <p:cNvSpPr/>
          <p:nvPr/>
        </p:nvSpPr>
        <p:spPr>
          <a:xfrm>
            <a:off x="4788311" y="1838566"/>
            <a:ext cx="351994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Optimization framework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2F259B-1BBB-29C7-DBAA-0DB8DF080586}"/>
              </a:ext>
            </a:extLst>
          </p:cNvPr>
          <p:cNvSpPr/>
          <p:nvPr/>
        </p:nvSpPr>
        <p:spPr>
          <a:xfrm>
            <a:off x="6925795" y="4607154"/>
            <a:ext cx="848262" cy="21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BF3324-0438-18D4-1620-631A562BE7A4}"/>
              </a:ext>
            </a:extLst>
          </p:cNvPr>
          <p:cNvSpPr/>
          <p:nvPr/>
        </p:nvSpPr>
        <p:spPr>
          <a:xfrm>
            <a:off x="6645564" y="4253527"/>
            <a:ext cx="1300446" cy="21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65DD8FF-FF81-63C4-B23D-81195E51FCBC}"/>
                  </a:ext>
                </a:extLst>
              </p:cNvPr>
              <p:cNvSpPr/>
              <p:nvPr/>
            </p:nvSpPr>
            <p:spPr>
              <a:xfrm>
                <a:off x="4901773" y="2177120"/>
                <a:ext cx="6503374" cy="42413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𝜋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𝑘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𝑝</m:t>
                                      </m:r>
                                    </m:sub>
                                  </m:sSub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𝛼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+(1−</m:t>
                              </m:r>
                              <m:r>
                                <a:rPr lang="ko-KR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𝛼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)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𝑙𝑜𝑠𝑠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𝑛</m:t>
                                  </m:r>
                                  <m: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𝑜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𝑛𝑜𝑚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𝑙</m:t>
                      </m:r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𝑏𝑎𝑡𝑡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𝑏𝑎𝑡𝑡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𝑐𝑜𝑜𝑙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𝑙𝑜𝑠𝑠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𝑆𝑂𝐶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−31700+163.3 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−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𝑟𝑎𝑡𝑒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∙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𝐴</m:t>
                      </m:r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h</m:t>
                          </m:r>
                        </m:e>
                        <m:sup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0.57</m:t>
                          </m:r>
                        </m:sup>
                      </m:sSup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 </m:t>
                      </m:r>
                    </m:oMath>
                  </m:oMathPara>
                </a14:m>
                <a:endParaRPr lang="en-US" altLang="ko-KR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𝑠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.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𝑡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 </m:t>
                      </m:r>
                    </m:oMath>
                  </m:oMathPara>
                </a14:m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</m:ba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≤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𝑎</m:t>
                              </m:r>
                            </m:e>
                          </m:ba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≤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𝑏𝑎𝑡𝑡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)≤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𝑏𝑎𝑡𝑡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)≤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65DD8FF-FF81-63C4-B23D-81195E51F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73" y="2177120"/>
                <a:ext cx="6503374" cy="42413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58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Previous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84BE58-DFCB-C8FE-1531-E80459B40AB0}"/>
              </a:ext>
            </a:extLst>
          </p:cNvPr>
          <p:cNvSpPr/>
          <p:nvPr/>
        </p:nvSpPr>
        <p:spPr>
          <a:xfrm>
            <a:off x="4537463" y="5089597"/>
            <a:ext cx="6989263" cy="1250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Optimization problem solution is 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 simulations were conducted across a wide range of environmental settings (Traffic volume and weight)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3705B1-CFD5-9DA1-0A59-62812F1B8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464" y="1915899"/>
            <a:ext cx="3430879" cy="30957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C61087F-6645-2A31-4C56-922210E11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405" y="1915898"/>
            <a:ext cx="3438321" cy="309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6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Previous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96D5AA-0991-52E0-A9EA-27C0F30737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0"/>
          <a:stretch/>
        </p:blipFill>
        <p:spPr>
          <a:xfrm>
            <a:off x="4537463" y="2281084"/>
            <a:ext cx="6945111" cy="4084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D1A8113-3BB4-07EE-1CC3-0F9D19AB55EA}"/>
                  </a:ext>
                </a:extLst>
              </p:cNvPr>
              <p:cNvSpPr/>
              <p:nvPr/>
            </p:nvSpPr>
            <p:spPr>
              <a:xfrm>
                <a:off x="4901773" y="1794227"/>
                <a:ext cx="6503374" cy="4606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𝛼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∙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𝑙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+(1−</m:t>
                      </m:r>
                      <m:r>
                        <a:rPr lang="ko-KR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𝛼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)∙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𝑄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𝑙𝑜𝑠𝑠</m:t>
                          </m:r>
                        </m:sub>
                      </m:sSub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𝑉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𝑛𝑜𝑚</m:t>
                          </m:r>
                        </m:sub>
                      </m:sSub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𝑄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𝑛𝑜𝑚</m:t>
                          </m:r>
                        </m:sub>
                      </m:sSub>
                    </m:oMath>
                  </m:oMathPara>
                </a14:m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D1A8113-3BB4-07EE-1CC3-0F9D19AB55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73" y="1794227"/>
                <a:ext cx="6503374" cy="460612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29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On-going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85944C0-6435-43A7-582A-CE7EA515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67" y="1837911"/>
            <a:ext cx="8163233" cy="272107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6FC8E8-35A1-2745-0119-6843D02A378A}"/>
              </a:ext>
            </a:extLst>
          </p:cNvPr>
          <p:cNvSpPr/>
          <p:nvPr/>
        </p:nvSpPr>
        <p:spPr>
          <a:xfrm>
            <a:off x="4537463" y="4819113"/>
            <a:ext cx="6989263" cy="1532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(Issue) Alpha range needs to be extended (over 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(Insight) The optimization results show that the optimized battery current for driving increases along with average speed</a:t>
            </a:r>
          </a:p>
        </p:txBody>
      </p:sp>
    </p:spTree>
    <p:extLst>
      <p:ext uri="{BB962C8B-B14F-4D97-AF65-F5344CB8AC3E}">
        <p14:creationId xmlns:p14="http://schemas.microsoft.com/office/powerpoint/2010/main" val="202923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A6D8BDF-3A18-6B44-FD6F-BC918A18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545" y="1981880"/>
            <a:ext cx="7841097" cy="26838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On-going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0292B65-0202-FECE-A2D7-521CC470D726}"/>
              </a:ext>
            </a:extLst>
          </p:cNvPr>
          <p:cNvCxnSpPr>
            <a:cxnSpLocks/>
          </p:cNvCxnSpPr>
          <p:nvPr/>
        </p:nvCxnSpPr>
        <p:spPr>
          <a:xfrm flipV="1">
            <a:off x="8583471" y="2998839"/>
            <a:ext cx="2212348" cy="782294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8A184DA-DB1A-7970-AED3-2E7B79AAB725}"/>
              </a:ext>
            </a:extLst>
          </p:cNvPr>
          <p:cNvSpPr/>
          <p:nvPr/>
        </p:nvSpPr>
        <p:spPr>
          <a:xfrm>
            <a:off x="4537463" y="4819113"/>
            <a:ext cx="6989263" cy="1532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(Issue) Alpha range needs to be extended (over 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(Insight) The optimization results show that the optimized battery current for driving increases along with average speed</a:t>
            </a:r>
          </a:p>
        </p:txBody>
      </p:sp>
    </p:spTree>
    <p:extLst>
      <p:ext uri="{BB962C8B-B14F-4D97-AF65-F5344CB8AC3E}">
        <p14:creationId xmlns:p14="http://schemas.microsoft.com/office/powerpoint/2010/main" val="24302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A6D8BDF-3A18-6B44-FD6F-BC918A18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741"/>
          <a:stretch/>
        </p:blipFill>
        <p:spPr>
          <a:xfrm>
            <a:off x="4111546" y="1981880"/>
            <a:ext cx="3862416" cy="26838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On-going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8A184DA-DB1A-7970-AED3-2E7B79AAB725}"/>
              </a:ext>
            </a:extLst>
          </p:cNvPr>
          <p:cNvSpPr/>
          <p:nvPr/>
        </p:nvSpPr>
        <p:spPr>
          <a:xfrm>
            <a:off x="4537463" y="4819113"/>
            <a:ext cx="6989263" cy="1532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(Insight) The higher deviation in speed range consumes the more driving battery current</a:t>
            </a:r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84AD6F70-7B82-3085-3BAC-124AACE8F4AE}"/>
              </a:ext>
            </a:extLst>
          </p:cNvPr>
          <p:cNvSpPr/>
          <p:nvPr/>
        </p:nvSpPr>
        <p:spPr>
          <a:xfrm>
            <a:off x="7698658" y="1981880"/>
            <a:ext cx="3862416" cy="2442636"/>
          </a:xfrm>
          <a:prstGeom prst="wedgeRectCallout">
            <a:avLst>
              <a:gd name="adj1" fmla="val -62581"/>
              <a:gd name="adj2" fmla="val -12773"/>
            </a:avLst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514A545-4A76-0413-3792-AF95C22E9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948" y="2157028"/>
            <a:ext cx="3428134" cy="2109621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6B2CE73-BDA9-486E-C6BA-AFB439B22E3A}"/>
              </a:ext>
            </a:extLst>
          </p:cNvPr>
          <p:cNvSpPr/>
          <p:nvPr/>
        </p:nvSpPr>
        <p:spPr>
          <a:xfrm>
            <a:off x="9842090" y="4090219"/>
            <a:ext cx="1022555" cy="1764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E2DBBEE-E8DF-B76C-7C94-57D57BB6199F}"/>
              </a:ext>
            </a:extLst>
          </p:cNvPr>
          <p:cNvSpPr/>
          <p:nvPr/>
        </p:nvSpPr>
        <p:spPr>
          <a:xfrm rot="497219">
            <a:off x="8294805" y="2544558"/>
            <a:ext cx="1853536" cy="916976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1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A6D8BDF-3A18-6B44-FD6F-BC918A18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741"/>
          <a:stretch/>
        </p:blipFill>
        <p:spPr>
          <a:xfrm>
            <a:off x="4111546" y="1981880"/>
            <a:ext cx="3862416" cy="2683865"/>
          </a:xfrm>
          <a:prstGeom prst="rect">
            <a:avLst/>
          </a:prstGeom>
        </p:spPr>
      </p:pic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84AD6F70-7B82-3085-3BAC-124AACE8F4AE}"/>
              </a:ext>
            </a:extLst>
          </p:cNvPr>
          <p:cNvSpPr/>
          <p:nvPr/>
        </p:nvSpPr>
        <p:spPr>
          <a:xfrm>
            <a:off x="7698658" y="1981880"/>
            <a:ext cx="3862416" cy="2442636"/>
          </a:xfrm>
          <a:prstGeom prst="wedgeRectCallout">
            <a:avLst>
              <a:gd name="adj1" fmla="val -62581"/>
              <a:gd name="adj2" fmla="val -12773"/>
            </a:avLst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56E247-6F42-E5E6-2152-8E724E840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677" y="2064460"/>
            <a:ext cx="3700897" cy="22774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On-going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8A184DA-DB1A-7970-AED3-2E7B79AAB725}"/>
              </a:ext>
            </a:extLst>
          </p:cNvPr>
          <p:cNvSpPr/>
          <p:nvPr/>
        </p:nvSpPr>
        <p:spPr>
          <a:xfrm>
            <a:off x="4537463" y="4819113"/>
            <a:ext cx="6989263" cy="1532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(Insight) The higher deviation in speed range consumes the more driving battery current</a:t>
            </a:r>
          </a:p>
          <a:p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(Insight) It tends to reduce average speed at the same grade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6B2CE73-BDA9-486E-C6BA-AFB439B22E3A}"/>
              </a:ext>
            </a:extLst>
          </p:cNvPr>
          <p:cNvSpPr/>
          <p:nvPr/>
        </p:nvSpPr>
        <p:spPr>
          <a:xfrm>
            <a:off x="7763004" y="2700389"/>
            <a:ext cx="293978" cy="849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EDD29E4-C24E-E013-3FE7-4EDE01BD715E}"/>
              </a:ext>
            </a:extLst>
          </p:cNvPr>
          <p:cNvCxnSpPr/>
          <p:nvPr/>
        </p:nvCxnSpPr>
        <p:spPr>
          <a:xfrm flipH="1">
            <a:off x="8868697" y="2857705"/>
            <a:ext cx="245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34656D0-62BB-6C90-3840-221197A06AD3}"/>
              </a:ext>
            </a:extLst>
          </p:cNvPr>
          <p:cNvCxnSpPr/>
          <p:nvPr/>
        </p:nvCxnSpPr>
        <p:spPr>
          <a:xfrm flipH="1">
            <a:off x="9114504" y="3339485"/>
            <a:ext cx="245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E86DE48-59D8-4B0E-C294-F9D8B94749B0}"/>
              </a:ext>
            </a:extLst>
          </p:cNvPr>
          <p:cNvCxnSpPr/>
          <p:nvPr/>
        </p:nvCxnSpPr>
        <p:spPr>
          <a:xfrm flipH="1">
            <a:off x="9714272" y="2395589"/>
            <a:ext cx="245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0D5E49D-C517-24C4-5FE8-3FE368E49060}"/>
              </a:ext>
            </a:extLst>
          </p:cNvPr>
          <p:cNvCxnSpPr/>
          <p:nvPr/>
        </p:nvCxnSpPr>
        <p:spPr>
          <a:xfrm flipH="1">
            <a:off x="10474530" y="3781937"/>
            <a:ext cx="245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31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0AA7605-CAAA-D672-D5C9-32839E381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268" y="1873431"/>
            <a:ext cx="7757652" cy="258588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What has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On-going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71387"/>
              <a:gd name="adj2" fmla="val 302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278CB0-A7C7-37F4-014D-65AA77ED9E48}"/>
              </a:ext>
            </a:extLst>
          </p:cNvPr>
          <p:cNvSpPr/>
          <p:nvPr/>
        </p:nvSpPr>
        <p:spPr>
          <a:xfrm>
            <a:off x="4537463" y="4375355"/>
            <a:ext cx="6989263" cy="1976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(Insight) However, the degree of grades  is not proportionally related to the optimization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872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CF00-29F4-817E-6A1A-8D122DDB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14D94F8-8163-CD1F-D9C5-DF908A1DBA07}"/>
              </a:ext>
            </a:extLst>
          </p:cNvPr>
          <p:cNvSpPr/>
          <p:nvPr/>
        </p:nvSpPr>
        <p:spPr>
          <a:xfrm>
            <a:off x="378616" y="948455"/>
            <a:ext cx="115153" cy="33855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583E1C-E835-B26A-1168-52D3C872A527}"/>
              </a:ext>
            </a:extLst>
          </p:cNvPr>
          <p:cNvGrpSpPr/>
          <p:nvPr/>
        </p:nvGrpSpPr>
        <p:grpSpPr>
          <a:xfrm>
            <a:off x="491407" y="1577787"/>
            <a:ext cx="218019" cy="181695"/>
            <a:chOff x="163771" y="1225327"/>
            <a:chExt cx="218019" cy="181695"/>
          </a:xfrm>
          <a:solidFill>
            <a:schemeClr val="tx1"/>
          </a:solidFill>
        </p:grpSpPr>
        <p:sp>
          <p:nvSpPr>
            <p:cNvPr id="12" name="갈매기형 수장 66">
              <a:extLst>
                <a:ext uri="{FF2B5EF4-FFF2-40B4-BE49-F238E27FC236}">
                  <a16:creationId xmlns:a16="http://schemas.microsoft.com/office/drawing/2014/main" id="{7CDD50E2-9673-9A62-FD6E-37347143F9F9}"/>
                </a:ext>
              </a:extLst>
            </p:cNvPr>
            <p:cNvSpPr/>
            <p:nvPr/>
          </p:nvSpPr>
          <p:spPr>
            <a:xfrm>
              <a:off x="163771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갈매기형 수장 67">
              <a:extLst>
                <a:ext uri="{FF2B5EF4-FFF2-40B4-BE49-F238E27FC236}">
                  <a16:creationId xmlns:a16="http://schemas.microsoft.com/office/drawing/2014/main" id="{5AE67EB8-0663-9ABB-EF7A-A9AAD24B8E43}"/>
                </a:ext>
              </a:extLst>
            </p:cNvPr>
            <p:cNvSpPr/>
            <p:nvPr/>
          </p:nvSpPr>
          <p:spPr>
            <a:xfrm>
              <a:off x="250962" y="1225327"/>
              <a:ext cx="130828" cy="181695"/>
            </a:xfrm>
            <a:prstGeom prst="chevron">
              <a:avLst>
                <a:gd name="adj" fmla="val 6106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B2FEAB-8CF9-A92F-0A41-484F569AC32A}"/>
              </a:ext>
            </a:extLst>
          </p:cNvPr>
          <p:cNvSpPr/>
          <p:nvPr/>
        </p:nvSpPr>
        <p:spPr>
          <a:xfrm>
            <a:off x="683826" y="1499357"/>
            <a:ext cx="1090137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To be done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6E3ECA-B953-99E2-916C-DCF3B9F79CB8}"/>
              </a:ext>
            </a:extLst>
          </p:cNvPr>
          <p:cNvGrpSpPr/>
          <p:nvPr/>
        </p:nvGrpSpPr>
        <p:grpSpPr>
          <a:xfrm>
            <a:off x="520513" y="948455"/>
            <a:ext cx="2199825" cy="338554"/>
            <a:chOff x="520513" y="1102884"/>
            <a:chExt cx="2043391" cy="33855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BA398F-9961-9647-7A3E-5B1FB97A3C97}"/>
                </a:ext>
              </a:extLst>
            </p:cNvPr>
            <p:cNvSpPr/>
            <p:nvPr/>
          </p:nvSpPr>
          <p:spPr>
            <a:xfrm>
              <a:off x="520516" y="1102884"/>
              <a:ext cx="1809812" cy="33855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6A34F77-42E5-3D0D-7EA8-E682C3E44910}"/>
                </a:ext>
              </a:extLst>
            </p:cNvPr>
            <p:cNvSpPr/>
            <p:nvPr/>
          </p:nvSpPr>
          <p:spPr>
            <a:xfrm>
              <a:off x="520513" y="1102884"/>
              <a:ext cx="2043391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맑은 고딕" pitchFamily="50" charset="-127"/>
                  <a:cs typeface="Times New Roman" panose="02020603050405020304" pitchFamily="18" charset="0"/>
                </a:rPr>
                <a:t>Future Work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3340D3-3065-3A16-7316-564DC758FE1E}"/>
              </a:ext>
            </a:extLst>
          </p:cNvPr>
          <p:cNvGrpSpPr/>
          <p:nvPr/>
        </p:nvGrpSpPr>
        <p:grpSpPr>
          <a:xfrm>
            <a:off x="330993" y="144025"/>
            <a:ext cx="10266441" cy="716323"/>
            <a:chOff x="260001" y="116594"/>
            <a:chExt cx="10266441" cy="716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152449-1100-6587-CB68-A88C370D2365}"/>
                </a:ext>
              </a:extLst>
            </p:cNvPr>
            <p:cNvSpPr txBox="1"/>
            <p:nvPr/>
          </p:nvSpPr>
          <p:spPr>
            <a:xfrm>
              <a:off x="260001" y="309697"/>
              <a:ext cx="10266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나눔스퀘어" panose="020B0600000101010101" pitchFamily="50" charset="-127"/>
                  <a:cs typeface="Times New Roman" panose="02020603050405020304" pitchFamily="18" charset="0"/>
                </a:rPr>
                <a:t>Research Proceeding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9A7F02-8897-FAA2-6144-6F872C395828}"/>
                </a:ext>
              </a:extLst>
            </p:cNvPr>
            <p:cNvSpPr txBox="1"/>
            <p:nvPr/>
          </p:nvSpPr>
          <p:spPr>
            <a:xfrm>
              <a:off x="260001" y="116594"/>
              <a:ext cx="102664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BSL Meeting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D45AA4-1BCF-BC2B-6442-BC198E11899A}"/>
              </a:ext>
            </a:extLst>
          </p:cNvPr>
          <p:cNvSpPr txBox="1"/>
          <p:nvPr/>
        </p:nvSpPr>
        <p:spPr>
          <a:xfrm>
            <a:off x="709426" y="2211154"/>
            <a:ext cx="4192347" cy="3541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 Definition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Literature Review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Methodology Development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Simulation</a:t>
            </a: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altLang="ko-KR" b="1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marR="0" indent="-342900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ko-KR" b="1" kern="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9266B236-CDEF-3151-27E8-896AB83789D6}"/>
              </a:ext>
            </a:extLst>
          </p:cNvPr>
          <p:cNvSpPr/>
          <p:nvPr/>
        </p:nvSpPr>
        <p:spPr>
          <a:xfrm>
            <a:off x="4365524" y="1759482"/>
            <a:ext cx="7281264" cy="4690479"/>
          </a:xfrm>
          <a:prstGeom prst="wedgeRectCallout">
            <a:avLst>
              <a:gd name="adj1" fmla="val -54653"/>
              <a:gd name="adj2" fmla="val -6913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84BE58-DFCB-C8FE-1531-E80459B40AB0}"/>
              </a:ext>
            </a:extLst>
          </p:cNvPr>
          <p:cNvSpPr/>
          <p:nvPr/>
        </p:nvSpPr>
        <p:spPr>
          <a:xfrm>
            <a:off x="4788311" y="1838566"/>
            <a:ext cx="351994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Optimization framework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2F259B-1BBB-29C7-DBAA-0DB8DF080586}"/>
              </a:ext>
            </a:extLst>
          </p:cNvPr>
          <p:cNvSpPr/>
          <p:nvPr/>
        </p:nvSpPr>
        <p:spPr>
          <a:xfrm>
            <a:off x="6925795" y="4607154"/>
            <a:ext cx="848262" cy="21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BF3324-0438-18D4-1620-631A562BE7A4}"/>
              </a:ext>
            </a:extLst>
          </p:cNvPr>
          <p:cNvSpPr/>
          <p:nvPr/>
        </p:nvSpPr>
        <p:spPr>
          <a:xfrm>
            <a:off x="6645564" y="4253527"/>
            <a:ext cx="1300446" cy="21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65DD8FF-FF81-63C4-B23D-81195E51FCBC}"/>
                  </a:ext>
                </a:extLst>
              </p:cNvPr>
              <p:cNvSpPr/>
              <p:nvPr/>
            </p:nvSpPr>
            <p:spPr>
              <a:xfrm>
                <a:off x="4901773" y="2177120"/>
                <a:ext cx="6503374" cy="42413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𝜋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∗</m:t>
                          </m:r>
                        </m:sup>
                      </m:sSup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𝑘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𝑝</m:t>
                                      </m:r>
                                    </m:sub>
                                  </m:sSub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ko-KR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𝛼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𝑙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+(1−</m:t>
                              </m:r>
                              <m:r>
                                <a:rPr lang="ko-KR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𝛼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)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𝑎𝑏𝑠</m:t>
                              </m:r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𝑙𝑜𝑠𝑠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)</m:t>
                              </m:r>
                              <m: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𝑛</m:t>
                                  </m:r>
                                  <m: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𝑜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𝑙</m:t>
                      </m:r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𝑏𝑎𝑡𝑡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𝑏𝑎𝑡𝑡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𝑐𝑜𝑜𝑙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𝑙𝑜𝑠𝑠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𝑆𝑂𝐶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−31700+163.3 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−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𝑟𝑎𝑡𝑒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∙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𝐴</m:t>
                      </m:r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h</m:t>
                          </m:r>
                        </m:e>
                        <m:sup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0.57</m:t>
                          </m:r>
                        </m:sup>
                      </m:sSup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 →</m:t>
                      </m:r>
                    </m:oMath>
                  </m:oMathPara>
                </a14:m>
                <a:endParaRPr lang="en-US" altLang="ko-KR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sz="16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𝑙𝑜𝑠𝑠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=−</m:t>
                      </m:r>
                      <m:f>
                        <m:f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100</m:t>
                          </m:r>
                        </m:den>
                      </m:f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𝑆𝑂𝐶</m:t>
                          </m:r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−31700+163.3 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𝑐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−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𝑟𝑎𝑡𝑒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𝑅𝑇</m:t>
                              </m:r>
                            </m:den>
                          </m:f>
                        </m:sup>
                      </m:sSup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∙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𝐴</m:t>
                      </m:r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h</m:t>
                          </m:r>
                        </m:e>
                        <m:sup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0.57−1</m:t>
                          </m:r>
                        </m:sup>
                      </m:sSup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∙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0.57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∙</m:t>
                      </m:r>
                      <m:f>
                        <m:f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50" charset="-127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retendard" panose="02000503000000020004" pitchFamily="50" charset="-127"/>
                                </a:rPr>
                                <m:t>𝑏𝑎𝑡𝑡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|</m:t>
                          </m:r>
                        </m:num>
                        <m:den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3600</m:t>
                          </m:r>
                        </m:den>
                      </m:f>
                    </m:oMath>
                  </m:oMathPara>
                </a14:m>
                <a:endParaRPr lang="en-US" altLang="ko-KR" sz="18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endParaRPr lang="en-US" altLang="ko-KR" b="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65DD8FF-FF81-63C4-B23D-81195E51F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773" y="2177120"/>
                <a:ext cx="6503374" cy="42413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8B928640-D223-1261-80A9-04425D09BB1F}"/>
              </a:ext>
            </a:extLst>
          </p:cNvPr>
          <p:cNvSpPr/>
          <p:nvPr/>
        </p:nvSpPr>
        <p:spPr>
          <a:xfrm>
            <a:off x="7962626" y="5577248"/>
            <a:ext cx="351994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Allam et al. @ TTE (2015)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5C2E917-1945-51D3-2BEF-DC3068259578}"/>
              </a:ext>
            </a:extLst>
          </p:cNvPr>
          <p:cNvSpPr/>
          <p:nvPr/>
        </p:nvSpPr>
        <p:spPr>
          <a:xfrm>
            <a:off x="4788311" y="4723719"/>
            <a:ext cx="6694263" cy="762681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F4FD933-C9AB-B285-E79F-1B3BAFA86AE4}"/>
              </a:ext>
            </a:extLst>
          </p:cNvPr>
          <p:cNvSpPr/>
          <p:nvPr/>
        </p:nvSpPr>
        <p:spPr>
          <a:xfrm>
            <a:off x="4890934" y="2643477"/>
            <a:ext cx="6503374" cy="940871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93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F1335-EC47-2F1C-108B-02F39D8974E2}"/>
              </a:ext>
            </a:extLst>
          </p:cNvPr>
          <p:cNvSpPr txBox="1"/>
          <p:nvPr/>
        </p:nvSpPr>
        <p:spPr>
          <a:xfrm>
            <a:off x="3788228" y="3013501"/>
            <a:ext cx="4615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ko-KR" altLang="en-US" sz="4800" b="1" dirty="0" err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C3C13D1-46FD-C9C4-5173-E19575463364}"/>
              </a:ext>
            </a:extLst>
          </p:cNvPr>
          <p:cNvSpPr/>
          <p:nvPr/>
        </p:nvSpPr>
        <p:spPr>
          <a:xfrm>
            <a:off x="4044889" y="3844498"/>
            <a:ext cx="4102220" cy="1342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anose="020D0604000000000000" pitchFamily="50" charset="-127"/>
              <a:ea typeface="10X10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755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92186</TotalTime>
  <Words>456</Words>
  <Application>Microsoft Office PowerPoint</Application>
  <PresentationFormat>와이드스크린</PresentationFormat>
  <Paragraphs>175</Paragraphs>
  <Slides>12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10X10</vt:lpstr>
      <vt:lpstr>Pretendard</vt:lpstr>
      <vt:lpstr>맑은 고딕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Yeonghwan Jang</dc:creator>
  <cp:lastModifiedBy>user</cp:lastModifiedBy>
  <cp:revision>1409</cp:revision>
  <cp:lastPrinted>2025-07-01T08:11:32Z</cp:lastPrinted>
  <dcterms:created xsi:type="dcterms:W3CDTF">2024-06-11T02:06:21Z</dcterms:created>
  <dcterms:modified xsi:type="dcterms:W3CDTF">2026-03-04T02:14:19Z</dcterms:modified>
</cp:coreProperties>
</file>