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13"/>
  </p:notesMasterIdLst>
  <p:sldIdLst>
    <p:sldId id="2929" r:id="rId2"/>
    <p:sldId id="2930" r:id="rId3"/>
    <p:sldId id="2970" r:id="rId4"/>
    <p:sldId id="2971" r:id="rId5"/>
    <p:sldId id="2972" r:id="rId6"/>
    <p:sldId id="2973" r:id="rId7"/>
    <p:sldId id="2974" r:id="rId8"/>
    <p:sldId id="2975" r:id="rId9"/>
    <p:sldId id="2976" r:id="rId10"/>
    <p:sldId id="2977" r:id="rId11"/>
    <p:sldId id="2978" r:id="rId12"/>
  </p:sldIdLst>
  <p:sldSz cx="12192000" cy="6858000"/>
  <p:notesSz cx="6858000" cy="9144000"/>
  <p:defaultTextStyle>
    <a:defPPr>
      <a:defRPr lang="en-K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9711CBA-3F2A-1399-FFF7-ABF99BDB0604}" name="Seunghun Jang" initials="SJ" userId="3fc171b04cfc4c4d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432FF"/>
    <a:srgbClr val="C1C1C1"/>
    <a:srgbClr val="00FD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5515" autoAdjust="0"/>
  </p:normalViewPr>
  <p:slideViewPr>
    <p:cSldViewPr snapToGrid="0">
      <p:cViewPr varScale="1">
        <p:scale>
          <a:sx n="104" d="100"/>
          <a:sy n="104" d="100"/>
        </p:scale>
        <p:origin x="144" y="24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notesViewPr>
    <p:cSldViewPr snapToGrid="0">
      <p:cViewPr varScale="1">
        <p:scale>
          <a:sx n="84" d="100"/>
          <a:sy n="84" d="100"/>
        </p:scale>
        <p:origin x="3912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8/10/relationships/authors" Target="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eunghun Jang" userId="3fc171b04cfc4c4d" providerId="LiveId" clId="{86BCE291-76A7-405F-9595-F6A0B4ED5735}"/>
    <pc:docChg chg="undo custSel addSld delSld modSld">
      <pc:chgData name="Seunghun Jang" userId="3fc171b04cfc4c4d" providerId="LiveId" clId="{86BCE291-76A7-405F-9595-F6A0B4ED5735}" dt="2025-11-28T06:53:40.877" v="11947" actId="1076"/>
      <pc:docMkLst>
        <pc:docMk/>
      </pc:docMkLst>
      <pc:sldChg chg="modSp mod">
        <pc:chgData name="Seunghun Jang" userId="3fc171b04cfc4c4d" providerId="LiveId" clId="{86BCE291-76A7-405F-9595-F6A0B4ED5735}" dt="2025-11-28T06:52:14.464" v="11895" actId="20577"/>
        <pc:sldMkLst>
          <pc:docMk/>
          <pc:sldMk cId="3675988411" sldId="2929"/>
        </pc:sldMkLst>
        <pc:spChg chg="mod">
          <ac:chgData name="Seunghun Jang" userId="3fc171b04cfc4c4d" providerId="LiveId" clId="{86BCE291-76A7-405F-9595-F6A0B4ED5735}" dt="2025-11-27T13:40:48.796" v="5661" actId="20577"/>
          <ac:spMkLst>
            <pc:docMk/>
            <pc:sldMk cId="3675988411" sldId="2929"/>
            <ac:spMk id="8" creationId="{A57CBE14-9C1B-46F4-8A7E-9F9AC765F183}"/>
          </ac:spMkLst>
        </pc:spChg>
        <pc:spChg chg="mod">
          <ac:chgData name="Seunghun Jang" userId="3fc171b04cfc4c4d" providerId="LiveId" clId="{86BCE291-76A7-405F-9595-F6A0B4ED5735}" dt="2025-11-27T08:16:30.263" v="175" actId="1036"/>
          <ac:spMkLst>
            <pc:docMk/>
            <pc:sldMk cId="3675988411" sldId="2929"/>
            <ac:spMk id="15" creationId="{ACE3C4F1-A228-4DDD-9A7D-83A8E2C3DDD3}"/>
          </ac:spMkLst>
        </pc:spChg>
        <pc:spChg chg="mod">
          <ac:chgData name="Seunghun Jang" userId="3fc171b04cfc4c4d" providerId="LiveId" clId="{86BCE291-76A7-405F-9595-F6A0B4ED5735}" dt="2025-11-28T06:52:14.464" v="11895" actId="20577"/>
          <ac:spMkLst>
            <pc:docMk/>
            <pc:sldMk cId="3675988411" sldId="2929"/>
            <ac:spMk id="20" creationId="{587BA604-1151-4261-A75E-BCF05676E13F}"/>
          </ac:spMkLst>
        </pc:spChg>
      </pc:sldChg>
      <pc:sldChg chg="modSp mod">
        <pc:chgData name="Seunghun Jang" userId="3fc171b04cfc4c4d" providerId="LiveId" clId="{86BCE291-76A7-405F-9595-F6A0B4ED5735}" dt="2025-11-28T02:20:42.136" v="11842" actId="20577"/>
        <pc:sldMkLst>
          <pc:docMk/>
          <pc:sldMk cId="3323185735" sldId="2930"/>
        </pc:sldMkLst>
        <pc:spChg chg="mod">
          <ac:chgData name="Seunghun Jang" userId="3fc171b04cfc4c4d" providerId="LiveId" clId="{86BCE291-76A7-405F-9595-F6A0B4ED5735}" dt="2025-11-28T02:20:42.136" v="11842" actId="20577"/>
          <ac:spMkLst>
            <pc:docMk/>
            <pc:sldMk cId="3323185735" sldId="2930"/>
            <ac:spMk id="2" creationId="{EC079543-DAA7-8106-215D-ECD0799D73DD}"/>
          </ac:spMkLst>
        </pc:spChg>
      </pc:sldChg>
      <pc:sldChg chg="del">
        <pc:chgData name="Seunghun Jang" userId="3fc171b04cfc4c4d" providerId="LiveId" clId="{86BCE291-76A7-405F-9595-F6A0B4ED5735}" dt="2025-11-27T10:19:42.120" v="1184" actId="47"/>
        <pc:sldMkLst>
          <pc:docMk/>
          <pc:sldMk cId="4022602431" sldId="2933"/>
        </pc:sldMkLst>
      </pc:sldChg>
      <pc:sldChg chg="del">
        <pc:chgData name="Seunghun Jang" userId="3fc171b04cfc4c4d" providerId="LiveId" clId="{86BCE291-76A7-405F-9595-F6A0B4ED5735}" dt="2025-11-27T10:19:42.120" v="1184" actId="47"/>
        <pc:sldMkLst>
          <pc:docMk/>
          <pc:sldMk cId="1532045403" sldId="2967"/>
        </pc:sldMkLst>
      </pc:sldChg>
      <pc:sldChg chg="del">
        <pc:chgData name="Seunghun Jang" userId="3fc171b04cfc4c4d" providerId="LiveId" clId="{86BCE291-76A7-405F-9595-F6A0B4ED5735}" dt="2025-11-27T10:19:42.120" v="1184" actId="47"/>
        <pc:sldMkLst>
          <pc:docMk/>
          <pc:sldMk cId="2890428909" sldId="2968"/>
        </pc:sldMkLst>
      </pc:sldChg>
      <pc:sldChg chg="del">
        <pc:chgData name="Seunghun Jang" userId="3fc171b04cfc4c4d" providerId="LiveId" clId="{86BCE291-76A7-405F-9595-F6A0B4ED5735}" dt="2025-11-27T10:19:42.120" v="1184" actId="47"/>
        <pc:sldMkLst>
          <pc:docMk/>
          <pc:sldMk cId="3573797154" sldId="2969"/>
        </pc:sldMkLst>
      </pc:sldChg>
      <pc:sldChg chg="addSp delSp modSp mod">
        <pc:chgData name="Seunghun Jang" userId="3fc171b04cfc4c4d" providerId="LiveId" clId="{86BCE291-76A7-405F-9595-F6A0B4ED5735}" dt="2025-11-28T06:52:44.372" v="11924" actId="20577"/>
        <pc:sldMkLst>
          <pc:docMk/>
          <pc:sldMk cId="228330516" sldId="2970"/>
        </pc:sldMkLst>
        <pc:spChg chg="mod">
          <ac:chgData name="Seunghun Jang" userId="3fc171b04cfc4c4d" providerId="LiveId" clId="{86BCE291-76A7-405F-9595-F6A0B4ED5735}" dt="2025-11-28T06:52:21.259" v="11902" actId="20577"/>
          <ac:spMkLst>
            <pc:docMk/>
            <pc:sldMk cId="228330516" sldId="2970"/>
            <ac:spMk id="2" creationId="{54E062B6-3DF8-9843-53DC-9B6AAED9181C}"/>
          </ac:spMkLst>
        </pc:spChg>
        <pc:spChg chg="mod">
          <ac:chgData name="Seunghun Jang" userId="3fc171b04cfc4c4d" providerId="LiveId" clId="{86BCE291-76A7-405F-9595-F6A0B4ED5735}" dt="2025-11-27T12:51:15.320" v="4271" actId="20577"/>
          <ac:spMkLst>
            <pc:docMk/>
            <pc:sldMk cId="228330516" sldId="2970"/>
            <ac:spMk id="3" creationId="{8C772709-6B95-4AF2-E1D7-35059EE79EAD}"/>
          </ac:spMkLst>
        </pc:spChg>
        <pc:spChg chg="mod">
          <ac:chgData name="Seunghun Jang" userId="3fc171b04cfc4c4d" providerId="LiveId" clId="{86BCE291-76A7-405F-9595-F6A0B4ED5735}" dt="2025-11-28T02:20:06.057" v="11827" actId="1076"/>
          <ac:spMkLst>
            <pc:docMk/>
            <pc:sldMk cId="228330516" sldId="2970"/>
            <ac:spMk id="4" creationId="{B445CAFA-6016-87B6-C69A-7B97718DAE20}"/>
          </ac:spMkLst>
        </pc:spChg>
        <pc:spChg chg="mod">
          <ac:chgData name="Seunghun Jang" userId="3fc171b04cfc4c4d" providerId="LiveId" clId="{86BCE291-76A7-405F-9595-F6A0B4ED5735}" dt="2025-11-27T11:56:10.119" v="3308" actId="113"/>
          <ac:spMkLst>
            <pc:docMk/>
            <pc:sldMk cId="228330516" sldId="2970"/>
            <ac:spMk id="6" creationId="{925DC3B3-ECD0-84A2-7369-08F73063B5E7}"/>
          </ac:spMkLst>
        </pc:spChg>
        <pc:spChg chg="add mod">
          <ac:chgData name="Seunghun Jang" userId="3fc171b04cfc4c4d" providerId="LiveId" clId="{86BCE291-76A7-405F-9595-F6A0B4ED5735}" dt="2025-11-28T06:52:44.372" v="11924" actId="20577"/>
          <ac:spMkLst>
            <pc:docMk/>
            <pc:sldMk cId="228330516" sldId="2970"/>
            <ac:spMk id="7" creationId="{A1A6ABC7-12C9-F467-9CCC-873894FF0074}"/>
          </ac:spMkLst>
        </pc:spChg>
        <pc:spChg chg="add mod">
          <ac:chgData name="Seunghun Jang" userId="3fc171b04cfc4c4d" providerId="LiveId" clId="{86BCE291-76A7-405F-9595-F6A0B4ED5735}" dt="2025-11-27T11:44:24.880" v="2893" actId="1076"/>
          <ac:spMkLst>
            <pc:docMk/>
            <pc:sldMk cId="228330516" sldId="2970"/>
            <ac:spMk id="8" creationId="{4EC0655A-CA7F-C98E-F96E-D7C2513E9B41}"/>
          </ac:spMkLst>
        </pc:spChg>
        <pc:spChg chg="add del mod">
          <ac:chgData name="Seunghun Jang" userId="3fc171b04cfc4c4d" providerId="LiveId" clId="{86BCE291-76A7-405F-9595-F6A0B4ED5735}" dt="2025-11-27T10:31:06.786" v="1213" actId="478"/>
          <ac:spMkLst>
            <pc:docMk/>
            <pc:sldMk cId="228330516" sldId="2970"/>
            <ac:spMk id="11" creationId="{2FF22F0C-B2F8-FB29-0B1F-004BF993A5DB}"/>
          </ac:spMkLst>
        </pc:spChg>
        <pc:spChg chg="add del mod ord">
          <ac:chgData name="Seunghun Jang" userId="3fc171b04cfc4c4d" providerId="LiveId" clId="{86BCE291-76A7-405F-9595-F6A0B4ED5735}" dt="2025-11-27T10:31:29.860" v="1244" actId="478"/>
          <ac:spMkLst>
            <pc:docMk/>
            <pc:sldMk cId="228330516" sldId="2970"/>
            <ac:spMk id="12" creationId="{FD8B1232-450C-A1C0-19ED-0D9D3554D692}"/>
          </ac:spMkLst>
        </pc:spChg>
        <pc:spChg chg="add mod">
          <ac:chgData name="Seunghun Jang" userId="3fc171b04cfc4c4d" providerId="LiveId" clId="{86BCE291-76A7-405F-9595-F6A0B4ED5735}" dt="2025-11-27T11:44:24.880" v="2893" actId="1076"/>
          <ac:spMkLst>
            <pc:docMk/>
            <pc:sldMk cId="228330516" sldId="2970"/>
            <ac:spMk id="14" creationId="{8F7CC6F8-5B16-9717-DDA8-A958B10E83DA}"/>
          </ac:spMkLst>
        </pc:spChg>
        <pc:spChg chg="del">
          <ac:chgData name="Seunghun Jang" userId="3fc171b04cfc4c4d" providerId="LiveId" clId="{86BCE291-76A7-405F-9595-F6A0B4ED5735}" dt="2025-11-27T08:24:09.998" v="634" actId="478"/>
          <ac:spMkLst>
            <pc:docMk/>
            <pc:sldMk cId="228330516" sldId="2970"/>
            <ac:spMk id="18" creationId="{5178C847-DE86-39D1-B364-F63E8DE2D463}"/>
          </ac:spMkLst>
        </pc:spChg>
        <pc:spChg chg="del">
          <ac:chgData name="Seunghun Jang" userId="3fc171b04cfc4c4d" providerId="LiveId" clId="{86BCE291-76A7-405F-9595-F6A0B4ED5735}" dt="2025-11-27T08:24:09.998" v="634" actId="478"/>
          <ac:spMkLst>
            <pc:docMk/>
            <pc:sldMk cId="228330516" sldId="2970"/>
            <ac:spMk id="19" creationId="{006E1504-0794-E44C-118C-45FB08BDCBE7}"/>
          </ac:spMkLst>
        </pc:spChg>
        <pc:spChg chg="add mod">
          <ac:chgData name="Seunghun Jang" userId="3fc171b04cfc4c4d" providerId="LiveId" clId="{86BCE291-76A7-405F-9595-F6A0B4ED5735}" dt="2025-11-27T11:44:24.880" v="2893" actId="1076"/>
          <ac:spMkLst>
            <pc:docMk/>
            <pc:sldMk cId="228330516" sldId="2970"/>
            <ac:spMk id="22" creationId="{34AE324D-7A11-1B98-A3FA-5BC5CD7F7989}"/>
          </ac:spMkLst>
        </pc:spChg>
        <pc:spChg chg="add mod">
          <ac:chgData name="Seunghun Jang" userId="3fc171b04cfc4c4d" providerId="LiveId" clId="{86BCE291-76A7-405F-9595-F6A0B4ED5735}" dt="2025-11-27T11:44:24.880" v="2893" actId="1076"/>
          <ac:spMkLst>
            <pc:docMk/>
            <pc:sldMk cId="228330516" sldId="2970"/>
            <ac:spMk id="26" creationId="{33D8316E-4A3A-4F6C-C407-4A0427DFE422}"/>
          </ac:spMkLst>
        </pc:spChg>
        <pc:spChg chg="del">
          <ac:chgData name="Seunghun Jang" userId="3fc171b04cfc4c4d" providerId="LiveId" clId="{86BCE291-76A7-405F-9595-F6A0B4ED5735}" dt="2025-11-27T08:24:09.998" v="634" actId="478"/>
          <ac:spMkLst>
            <pc:docMk/>
            <pc:sldMk cId="228330516" sldId="2970"/>
            <ac:spMk id="27" creationId="{98442296-C347-291E-236D-6D5382F6ED01}"/>
          </ac:spMkLst>
        </pc:spChg>
        <pc:spChg chg="del">
          <ac:chgData name="Seunghun Jang" userId="3fc171b04cfc4c4d" providerId="LiveId" clId="{86BCE291-76A7-405F-9595-F6A0B4ED5735}" dt="2025-11-27T08:24:10.846" v="635" actId="478"/>
          <ac:spMkLst>
            <pc:docMk/>
            <pc:sldMk cId="228330516" sldId="2970"/>
            <ac:spMk id="28" creationId="{8C31CDA0-693C-B921-7AE7-08055A0626C5}"/>
          </ac:spMkLst>
        </pc:spChg>
        <pc:spChg chg="add mod">
          <ac:chgData name="Seunghun Jang" userId="3fc171b04cfc4c4d" providerId="LiveId" clId="{86BCE291-76A7-405F-9595-F6A0B4ED5735}" dt="2025-11-27T11:44:24.880" v="2893" actId="1076"/>
          <ac:spMkLst>
            <pc:docMk/>
            <pc:sldMk cId="228330516" sldId="2970"/>
            <ac:spMk id="29" creationId="{FCADF30A-3E3A-4344-C439-43BAD4A12E50}"/>
          </ac:spMkLst>
        </pc:spChg>
        <pc:spChg chg="add mod">
          <ac:chgData name="Seunghun Jang" userId="3fc171b04cfc4c4d" providerId="LiveId" clId="{86BCE291-76A7-405F-9595-F6A0B4ED5735}" dt="2025-11-27T11:44:24.880" v="2893" actId="1076"/>
          <ac:spMkLst>
            <pc:docMk/>
            <pc:sldMk cId="228330516" sldId="2970"/>
            <ac:spMk id="30" creationId="{B4A2E91D-F784-5531-7668-425CD4AA536F}"/>
          </ac:spMkLst>
        </pc:spChg>
        <pc:spChg chg="add del mod">
          <ac:chgData name="Seunghun Jang" userId="3fc171b04cfc4c4d" providerId="LiveId" clId="{86BCE291-76A7-405F-9595-F6A0B4ED5735}" dt="2025-11-27T10:51:24.140" v="1411" actId="478"/>
          <ac:spMkLst>
            <pc:docMk/>
            <pc:sldMk cId="228330516" sldId="2970"/>
            <ac:spMk id="31" creationId="{20192284-82AF-1192-7F8F-F436CA067AFA}"/>
          </ac:spMkLst>
        </pc:spChg>
        <pc:spChg chg="add del mod">
          <ac:chgData name="Seunghun Jang" userId="3fc171b04cfc4c4d" providerId="LiveId" clId="{86BCE291-76A7-405F-9595-F6A0B4ED5735}" dt="2025-11-27T10:53:22.439" v="1443" actId="478"/>
          <ac:spMkLst>
            <pc:docMk/>
            <pc:sldMk cId="228330516" sldId="2970"/>
            <ac:spMk id="32" creationId="{D1141FA9-574E-BF9F-F34B-93F3228878B9}"/>
          </ac:spMkLst>
        </pc:spChg>
        <pc:spChg chg="add mod">
          <ac:chgData name="Seunghun Jang" userId="3fc171b04cfc4c4d" providerId="LiveId" clId="{86BCE291-76A7-405F-9595-F6A0B4ED5735}" dt="2025-11-27T11:44:24.880" v="2893" actId="1076"/>
          <ac:spMkLst>
            <pc:docMk/>
            <pc:sldMk cId="228330516" sldId="2970"/>
            <ac:spMk id="35" creationId="{5520F4AE-DED4-1797-9189-4A57DBE882F1}"/>
          </ac:spMkLst>
        </pc:spChg>
        <pc:spChg chg="add mod">
          <ac:chgData name="Seunghun Jang" userId="3fc171b04cfc4c4d" providerId="LiveId" clId="{86BCE291-76A7-405F-9595-F6A0B4ED5735}" dt="2025-11-27T11:44:24.880" v="2893" actId="1076"/>
          <ac:spMkLst>
            <pc:docMk/>
            <pc:sldMk cId="228330516" sldId="2970"/>
            <ac:spMk id="36" creationId="{33E0B415-808C-FA71-6F91-C27D8573BE00}"/>
          </ac:spMkLst>
        </pc:spChg>
        <pc:spChg chg="add mod">
          <ac:chgData name="Seunghun Jang" userId="3fc171b04cfc4c4d" providerId="LiveId" clId="{86BCE291-76A7-405F-9595-F6A0B4ED5735}" dt="2025-11-27T11:44:24.880" v="2893" actId="1076"/>
          <ac:spMkLst>
            <pc:docMk/>
            <pc:sldMk cId="228330516" sldId="2970"/>
            <ac:spMk id="40" creationId="{373F28B4-0A69-FB2A-6825-3E6E57ECD5C9}"/>
          </ac:spMkLst>
        </pc:spChg>
        <pc:spChg chg="add mod">
          <ac:chgData name="Seunghun Jang" userId="3fc171b04cfc4c4d" providerId="LiveId" clId="{86BCE291-76A7-405F-9595-F6A0B4ED5735}" dt="2025-11-27T11:44:24.880" v="2893" actId="1076"/>
          <ac:spMkLst>
            <pc:docMk/>
            <pc:sldMk cId="228330516" sldId="2970"/>
            <ac:spMk id="41" creationId="{C010A2DE-9ADF-E4A6-0893-744A29C16983}"/>
          </ac:spMkLst>
        </pc:spChg>
        <pc:spChg chg="add mod">
          <ac:chgData name="Seunghun Jang" userId="3fc171b04cfc4c4d" providerId="LiveId" clId="{86BCE291-76A7-405F-9595-F6A0B4ED5735}" dt="2025-11-27T11:44:24.880" v="2893" actId="1076"/>
          <ac:spMkLst>
            <pc:docMk/>
            <pc:sldMk cId="228330516" sldId="2970"/>
            <ac:spMk id="42" creationId="{544DCA58-9F8B-F91B-94ED-BBB704134670}"/>
          </ac:spMkLst>
        </pc:spChg>
        <pc:spChg chg="add mod">
          <ac:chgData name="Seunghun Jang" userId="3fc171b04cfc4c4d" providerId="LiveId" clId="{86BCE291-76A7-405F-9595-F6A0B4ED5735}" dt="2025-11-27T11:44:24.880" v="2893" actId="1076"/>
          <ac:spMkLst>
            <pc:docMk/>
            <pc:sldMk cId="228330516" sldId="2970"/>
            <ac:spMk id="43" creationId="{1FF48D6F-6931-5CED-90D1-D72756CB407D}"/>
          </ac:spMkLst>
        </pc:spChg>
        <pc:spChg chg="add del mod">
          <ac:chgData name="Seunghun Jang" userId="3fc171b04cfc4c4d" providerId="LiveId" clId="{86BCE291-76A7-405F-9595-F6A0B4ED5735}" dt="2025-11-27T11:44:24.880" v="2893" actId="1076"/>
          <ac:spMkLst>
            <pc:docMk/>
            <pc:sldMk cId="228330516" sldId="2970"/>
            <ac:spMk id="45" creationId="{98A5F9CE-87BE-FE51-D4DD-2826DF3C60FA}"/>
          </ac:spMkLst>
        </pc:spChg>
        <pc:spChg chg="add mod">
          <ac:chgData name="Seunghun Jang" userId="3fc171b04cfc4c4d" providerId="LiveId" clId="{86BCE291-76A7-405F-9595-F6A0B4ED5735}" dt="2025-11-27T11:44:24.880" v="2893" actId="1076"/>
          <ac:spMkLst>
            <pc:docMk/>
            <pc:sldMk cId="228330516" sldId="2970"/>
            <ac:spMk id="46" creationId="{784E4307-A9EC-1996-3373-EE998F6DBD37}"/>
          </ac:spMkLst>
        </pc:spChg>
        <pc:spChg chg="add mod">
          <ac:chgData name="Seunghun Jang" userId="3fc171b04cfc4c4d" providerId="LiveId" clId="{86BCE291-76A7-405F-9595-F6A0B4ED5735}" dt="2025-11-27T11:44:24.880" v="2893" actId="1076"/>
          <ac:spMkLst>
            <pc:docMk/>
            <pc:sldMk cId="228330516" sldId="2970"/>
            <ac:spMk id="47" creationId="{34C3C371-DA4A-7FF6-C62C-329B2C7C0406}"/>
          </ac:spMkLst>
        </pc:spChg>
        <pc:spChg chg="add mod">
          <ac:chgData name="Seunghun Jang" userId="3fc171b04cfc4c4d" providerId="LiveId" clId="{86BCE291-76A7-405F-9595-F6A0B4ED5735}" dt="2025-11-27T12:53:29.133" v="4363" actId="20577"/>
          <ac:spMkLst>
            <pc:docMk/>
            <pc:sldMk cId="228330516" sldId="2970"/>
            <ac:spMk id="48" creationId="{400138DB-3E10-16D2-660C-717474D9001C}"/>
          </ac:spMkLst>
        </pc:spChg>
        <pc:spChg chg="add mod">
          <ac:chgData name="Seunghun Jang" userId="3fc171b04cfc4c4d" providerId="LiveId" clId="{86BCE291-76A7-405F-9595-F6A0B4ED5735}" dt="2025-11-27T11:44:24.880" v="2893" actId="1076"/>
          <ac:spMkLst>
            <pc:docMk/>
            <pc:sldMk cId="228330516" sldId="2970"/>
            <ac:spMk id="49" creationId="{9C92BA8B-864F-027C-495B-947A91E4099F}"/>
          </ac:spMkLst>
        </pc:spChg>
        <pc:spChg chg="add mod ord topLvl">
          <ac:chgData name="Seunghun Jang" userId="3fc171b04cfc4c4d" providerId="LiveId" clId="{86BCE291-76A7-405F-9595-F6A0B4ED5735}" dt="2025-11-27T11:44:24.880" v="2893" actId="1076"/>
          <ac:spMkLst>
            <pc:docMk/>
            <pc:sldMk cId="228330516" sldId="2970"/>
            <ac:spMk id="52" creationId="{7CCBFEC0-05BF-F7AC-1A87-6E104695CD07}"/>
          </ac:spMkLst>
        </pc:spChg>
        <pc:spChg chg="add del mod">
          <ac:chgData name="Seunghun Jang" userId="3fc171b04cfc4c4d" providerId="LiveId" clId="{86BCE291-76A7-405F-9595-F6A0B4ED5735}" dt="2025-11-27T11:22:16.444" v="2012" actId="478"/>
          <ac:spMkLst>
            <pc:docMk/>
            <pc:sldMk cId="228330516" sldId="2970"/>
            <ac:spMk id="54" creationId="{FCF2EEEA-5012-AD7C-378D-F3D2F82BC90B}"/>
          </ac:spMkLst>
        </pc:spChg>
        <pc:spChg chg="add del mod">
          <ac:chgData name="Seunghun Jang" userId="3fc171b04cfc4c4d" providerId="LiveId" clId="{86BCE291-76A7-405F-9595-F6A0B4ED5735}" dt="2025-11-27T11:22:16.444" v="2012" actId="478"/>
          <ac:spMkLst>
            <pc:docMk/>
            <pc:sldMk cId="228330516" sldId="2970"/>
            <ac:spMk id="56" creationId="{F5958C7B-F516-E6D6-BFA9-2571921C6D28}"/>
          </ac:spMkLst>
        </pc:spChg>
        <pc:spChg chg="add del mod">
          <ac:chgData name="Seunghun Jang" userId="3fc171b04cfc4c4d" providerId="LiveId" clId="{86BCE291-76A7-405F-9595-F6A0B4ED5735}" dt="2025-11-27T11:24:12.998" v="2080" actId="21"/>
          <ac:spMkLst>
            <pc:docMk/>
            <pc:sldMk cId="228330516" sldId="2970"/>
            <ac:spMk id="57" creationId="{1A2B1FBA-EF84-9E5E-B65F-BE4C67610313}"/>
          </ac:spMkLst>
        </pc:spChg>
        <pc:spChg chg="add mod ord">
          <ac:chgData name="Seunghun Jang" userId="3fc171b04cfc4c4d" providerId="LiveId" clId="{86BCE291-76A7-405F-9595-F6A0B4ED5735}" dt="2025-11-27T11:44:24.880" v="2893" actId="1076"/>
          <ac:spMkLst>
            <pc:docMk/>
            <pc:sldMk cId="228330516" sldId="2970"/>
            <ac:spMk id="58" creationId="{1A2B1FBA-EF84-9E5E-B65F-BE4C67610313}"/>
          </ac:spMkLst>
        </pc:spChg>
        <pc:spChg chg="add mod">
          <ac:chgData name="Seunghun Jang" userId="3fc171b04cfc4c4d" providerId="LiveId" clId="{86BCE291-76A7-405F-9595-F6A0B4ED5735}" dt="2025-11-27T11:24:39.520" v="2094" actId="571"/>
          <ac:spMkLst>
            <pc:docMk/>
            <pc:sldMk cId="228330516" sldId="2970"/>
            <ac:spMk id="59" creationId="{D6EC8ED7-7DEC-EBD2-9199-4B613999C0C4}"/>
          </ac:spMkLst>
        </pc:spChg>
        <pc:spChg chg="add del mod">
          <ac:chgData name="Seunghun Jang" userId="3fc171b04cfc4c4d" providerId="LiveId" clId="{86BCE291-76A7-405F-9595-F6A0B4ED5735}" dt="2025-11-27T11:27:26.771" v="2191" actId="21"/>
          <ac:spMkLst>
            <pc:docMk/>
            <pc:sldMk cId="228330516" sldId="2970"/>
            <ac:spMk id="66" creationId="{B222ABB0-077E-2F7A-098A-FBADDAA438C8}"/>
          </ac:spMkLst>
        </pc:spChg>
        <pc:spChg chg="add del mod">
          <ac:chgData name="Seunghun Jang" userId="3fc171b04cfc4c4d" providerId="LiveId" clId="{86BCE291-76A7-405F-9595-F6A0B4ED5735}" dt="2025-11-27T11:27:26.771" v="2191" actId="21"/>
          <ac:spMkLst>
            <pc:docMk/>
            <pc:sldMk cId="228330516" sldId="2970"/>
            <ac:spMk id="71" creationId="{1533E032-A049-20C9-9D64-A5D1C65B0295}"/>
          </ac:spMkLst>
        </pc:spChg>
        <pc:spChg chg="add mod">
          <ac:chgData name="Seunghun Jang" userId="3fc171b04cfc4c4d" providerId="LiveId" clId="{86BCE291-76A7-405F-9595-F6A0B4ED5735}" dt="2025-11-27T11:44:24.880" v="2893" actId="1076"/>
          <ac:spMkLst>
            <pc:docMk/>
            <pc:sldMk cId="228330516" sldId="2970"/>
            <ac:spMk id="73" creationId="{B222ABB0-077E-2F7A-098A-FBADDAA438C8}"/>
          </ac:spMkLst>
        </pc:spChg>
        <pc:spChg chg="add mod">
          <ac:chgData name="Seunghun Jang" userId="3fc171b04cfc4c4d" providerId="LiveId" clId="{86BCE291-76A7-405F-9595-F6A0B4ED5735}" dt="2025-11-27T11:44:24.880" v="2893" actId="1076"/>
          <ac:spMkLst>
            <pc:docMk/>
            <pc:sldMk cId="228330516" sldId="2970"/>
            <ac:spMk id="74" creationId="{1533E032-A049-20C9-9D64-A5D1C65B0295}"/>
          </ac:spMkLst>
        </pc:spChg>
        <pc:spChg chg="mod">
          <ac:chgData name="Seunghun Jang" userId="3fc171b04cfc4c4d" providerId="LiveId" clId="{86BCE291-76A7-405F-9595-F6A0B4ED5735}" dt="2025-11-27T11:44:24.880" v="2893" actId="1076"/>
          <ac:spMkLst>
            <pc:docMk/>
            <pc:sldMk cId="228330516" sldId="2970"/>
            <ac:spMk id="77" creationId="{6CE26710-4C76-49C0-535C-4DD3D8F957A3}"/>
          </ac:spMkLst>
        </pc:spChg>
        <pc:spChg chg="mod">
          <ac:chgData name="Seunghun Jang" userId="3fc171b04cfc4c4d" providerId="LiveId" clId="{86BCE291-76A7-405F-9595-F6A0B4ED5735}" dt="2025-11-27T11:44:24.880" v="2893" actId="1076"/>
          <ac:spMkLst>
            <pc:docMk/>
            <pc:sldMk cId="228330516" sldId="2970"/>
            <ac:spMk id="78" creationId="{BB6438FD-20CF-1D43-09A7-5A8DA7DA3EC2}"/>
          </ac:spMkLst>
        </pc:spChg>
        <pc:spChg chg="add mod">
          <ac:chgData name="Seunghun Jang" userId="3fc171b04cfc4c4d" providerId="LiveId" clId="{86BCE291-76A7-405F-9595-F6A0B4ED5735}" dt="2025-11-27T11:44:24.880" v="2893" actId="1076"/>
          <ac:spMkLst>
            <pc:docMk/>
            <pc:sldMk cId="228330516" sldId="2970"/>
            <ac:spMk id="83" creationId="{238B54FC-3020-3A2C-C9B6-51B6C3202C4D}"/>
          </ac:spMkLst>
        </pc:spChg>
        <pc:spChg chg="add mod">
          <ac:chgData name="Seunghun Jang" userId="3fc171b04cfc4c4d" providerId="LiveId" clId="{86BCE291-76A7-405F-9595-F6A0B4ED5735}" dt="2025-11-27T11:44:24.880" v="2893" actId="1076"/>
          <ac:spMkLst>
            <pc:docMk/>
            <pc:sldMk cId="228330516" sldId="2970"/>
            <ac:spMk id="84" creationId="{E708FD46-001F-0CD4-1984-9A5EA2DABEFC}"/>
          </ac:spMkLst>
        </pc:spChg>
        <pc:spChg chg="add del mod">
          <ac:chgData name="Seunghun Jang" userId="3fc171b04cfc4c4d" providerId="LiveId" clId="{86BCE291-76A7-405F-9595-F6A0B4ED5735}" dt="2025-11-27T12:53:19.481" v="4348" actId="478"/>
          <ac:spMkLst>
            <pc:docMk/>
            <pc:sldMk cId="228330516" sldId="2970"/>
            <ac:spMk id="85" creationId="{F9CF1554-4E4D-4B88-62A2-E6357C0418DE}"/>
          </ac:spMkLst>
        </pc:spChg>
        <pc:grpChg chg="add mod">
          <ac:chgData name="Seunghun Jang" userId="3fc171b04cfc4c4d" providerId="LiveId" clId="{86BCE291-76A7-405F-9595-F6A0B4ED5735}" dt="2025-11-27T11:44:24.880" v="2893" actId="1076"/>
          <ac:grpSpMkLst>
            <pc:docMk/>
            <pc:sldMk cId="228330516" sldId="2970"/>
            <ac:grpSpMk id="50" creationId="{E3DF72B7-AB2D-64D1-A295-F6FF1CCB5EDF}"/>
          </ac:grpSpMkLst>
        </pc:grpChg>
        <pc:grpChg chg="add mod">
          <ac:chgData name="Seunghun Jang" userId="3fc171b04cfc4c4d" providerId="LiveId" clId="{86BCE291-76A7-405F-9595-F6A0B4ED5735}" dt="2025-11-27T11:24:38.333" v="2093" actId="164"/>
          <ac:grpSpMkLst>
            <pc:docMk/>
            <pc:sldMk cId="228330516" sldId="2970"/>
            <ac:grpSpMk id="61" creationId="{CE617351-FB8D-758F-7815-7DAA240A23E5}"/>
          </ac:grpSpMkLst>
        </pc:grpChg>
        <pc:grpChg chg="add mod topLvl">
          <ac:chgData name="Seunghun Jang" userId="3fc171b04cfc4c4d" providerId="LiveId" clId="{86BCE291-76A7-405F-9595-F6A0B4ED5735}" dt="2025-11-27T11:44:24.880" v="2893" actId="1076"/>
          <ac:grpSpMkLst>
            <pc:docMk/>
            <pc:sldMk cId="228330516" sldId="2970"/>
            <ac:grpSpMk id="62" creationId="{023C885C-286D-D654-8F9A-BFCC1CC9B9C9}"/>
          </ac:grpSpMkLst>
        </pc:grpChg>
        <pc:grpChg chg="add del mod">
          <ac:chgData name="Seunghun Jang" userId="3fc171b04cfc4c4d" providerId="LiveId" clId="{86BCE291-76A7-405F-9595-F6A0B4ED5735}" dt="2025-11-27T11:28:25.782" v="2286" actId="165"/>
          <ac:grpSpMkLst>
            <pc:docMk/>
            <pc:sldMk cId="228330516" sldId="2970"/>
            <ac:grpSpMk id="63" creationId="{93834B6A-A742-1C95-6C02-232C5BFF0332}"/>
          </ac:grpSpMkLst>
        </pc:grpChg>
        <pc:grpChg chg="add mod">
          <ac:chgData name="Seunghun Jang" userId="3fc171b04cfc4c4d" providerId="LiveId" clId="{86BCE291-76A7-405F-9595-F6A0B4ED5735}" dt="2025-11-27T11:44:24.880" v="2893" actId="1076"/>
          <ac:grpSpMkLst>
            <pc:docMk/>
            <pc:sldMk cId="228330516" sldId="2970"/>
            <ac:grpSpMk id="75" creationId="{E70CFBC1-0E4F-967B-8662-E5FB9B024779}"/>
          </ac:grpSpMkLst>
        </pc:grpChg>
        <pc:grpChg chg="add mod">
          <ac:chgData name="Seunghun Jang" userId="3fc171b04cfc4c4d" providerId="LiveId" clId="{86BCE291-76A7-405F-9595-F6A0B4ED5735}" dt="2025-11-27T11:44:24.880" v="2893" actId="1076"/>
          <ac:grpSpMkLst>
            <pc:docMk/>
            <pc:sldMk cId="228330516" sldId="2970"/>
            <ac:grpSpMk id="76" creationId="{E72F9705-9A28-66F1-B354-3A5F9D6288E5}"/>
          </ac:grpSpMkLst>
        </pc:grpChg>
        <pc:grpChg chg="add mod">
          <ac:chgData name="Seunghun Jang" userId="3fc171b04cfc4c4d" providerId="LiveId" clId="{86BCE291-76A7-405F-9595-F6A0B4ED5735}" dt="2025-11-27T11:44:24.880" v="2893" actId="1076"/>
          <ac:grpSpMkLst>
            <pc:docMk/>
            <pc:sldMk cId="228330516" sldId="2970"/>
            <ac:grpSpMk id="79" creationId="{DE99DF79-ED69-D50D-B9C6-1A5891797A3E}"/>
          </ac:grpSpMkLst>
        </pc:grpChg>
        <pc:graphicFrameChg chg="add del mod ord">
          <ac:chgData name="Seunghun Jang" userId="3fc171b04cfc4c4d" providerId="LiveId" clId="{86BCE291-76A7-405F-9595-F6A0B4ED5735}" dt="2025-11-27T10:39:10.385" v="1276" actId="478"/>
          <ac:graphicFrameMkLst>
            <pc:docMk/>
            <pc:sldMk cId="228330516" sldId="2970"/>
            <ac:graphicFrameMk id="13" creationId="{3DE5E278-0A1E-6DEB-BFE9-12EF43FC11F7}"/>
          </ac:graphicFrameMkLst>
        </pc:graphicFrameChg>
        <pc:graphicFrameChg chg="add mod">
          <ac:chgData name="Seunghun Jang" userId="3fc171b04cfc4c4d" providerId="LiveId" clId="{86BCE291-76A7-405F-9595-F6A0B4ED5735}" dt="2025-11-27T11:44:24.880" v="2893" actId="1076"/>
          <ac:graphicFrameMkLst>
            <pc:docMk/>
            <pc:sldMk cId="228330516" sldId="2970"/>
            <ac:graphicFrameMk id="23" creationId="{83B4668D-A263-C8AD-48E1-0065F3620B9D}"/>
          </ac:graphicFrameMkLst>
        </pc:graphicFrameChg>
        <pc:graphicFrameChg chg="add mod">
          <ac:chgData name="Seunghun Jang" userId="3fc171b04cfc4c4d" providerId="LiveId" clId="{86BCE291-76A7-405F-9595-F6A0B4ED5735}" dt="2025-11-27T11:44:24.880" v="2893" actId="1076"/>
          <ac:graphicFrameMkLst>
            <pc:docMk/>
            <pc:sldMk cId="228330516" sldId="2970"/>
            <ac:graphicFrameMk id="24" creationId="{B62195F8-1425-87B2-B935-3F8D46E5BD9D}"/>
          </ac:graphicFrameMkLst>
        </pc:graphicFrameChg>
        <pc:graphicFrameChg chg="add mod">
          <ac:chgData name="Seunghun Jang" userId="3fc171b04cfc4c4d" providerId="LiveId" clId="{86BCE291-76A7-405F-9595-F6A0B4ED5735}" dt="2025-11-27T11:44:24.880" v="2893" actId="1076"/>
          <ac:graphicFrameMkLst>
            <pc:docMk/>
            <pc:sldMk cId="228330516" sldId="2970"/>
            <ac:graphicFrameMk id="25" creationId="{F6CA4D9C-E413-97F2-7888-84101E1513A7}"/>
          </ac:graphicFrameMkLst>
        </pc:graphicFrameChg>
        <pc:graphicFrameChg chg="add mod">
          <ac:chgData name="Seunghun Jang" userId="3fc171b04cfc4c4d" providerId="LiveId" clId="{86BCE291-76A7-405F-9595-F6A0B4ED5735}" dt="2025-11-27T11:44:24.880" v="2893" actId="1076"/>
          <ac:graphicFrameMkLst>
            <pc:docMk/>
            <pc:sldMk cId="228330516" sldId="2970"/>
            <ac:graphicFrameMk id="37" creationId="{47462C64-B7CA-DA1C-6DCC-B9AE2CDDEF98}"/>
          </ac:graphicFrameMkLst>
        </pc:graphicFrameChg>
        <pc:graphicFrameChg chg="add mod">
          <ac:chgData name="Seunghun Jang" userId="3fc171b04cfc4c4d" providerId="LiveId" clId="{86BCE291-76A7-405F-9595-F6A0B4ED5735}" dt="2025-11-27T11:44:24.880" v="2893" actId="1076"/>
          <ac:graphicFrameMkLst>
            <pc:docMk/>
            <pc:sldMk cId="228330516" sldId="2970"/>
            <ac:graphicFrameMk id="38" creationId="{3F1FEE16-D8BF-7B59-ADA5-5B180A27EC3F}"/>
          </ac:graphicFrameMkLst>
        </pc:graphicFrameChg>
        <pc:graphicFrameChg chg="add mod">
          <ac:chgData name="Seunghun Jang" userId="3fc171b04cfc4c4d" providerId="LiveId" clId="{86BCE291-76A7-405F-9595-F6A0B4ED5735}" dt="2025-11-27T11:44:24.880" v="2893" actId="1076"/>
          <ac:graphicFrameMkLst>
            <pc:docMk/>
            <pc:sldMk cId="228330516" sldId="2970"/>
            <ac:graphicFrameMk id="39" creationId="{CC325F69-58D0-E874-B4A3-93271124CE70}"/>
          </ac:graphicFrameMkLst>
        </pc:graphicFrameChg>
        <pc:graphicFrameChg chg="add mod ord">
          <ac:chgData name="Seunghun Jang" userId="3fc171b04cfc4c4d" providerId="LiveId" clId="{86BCE291-76A7-405F-9595-F6A0B4ED5735}" dt="2025-11-27T11:44:24.880" v="2893" actId="1076"/>
          <ac:graphicFrameMkLst>
            <pc:docMk/>
            <pc:sldMk cId="228330516" sldId="2970"/>
            <ac:graphicFrameMk id="51" creationId="{4FC14F72-72BE-C84A-C38A-AD4E60E889AD}"/>
          </ac:graphicFrameMkLst>
        </pc:graphicFrameChg>
        <pc:graphicFrameChg chg="add del mod">
          <ac:chgData name="Seunghun Jang" userId="3fc171b04cfc4c4d" providerId="LiveId" clId="{86BCE291-76A7-405F-9595-F6A0B4ED5735}" dt="2025-11-27T11:22:16.444" v="2012" actId="478"/>
          <ac:graphicFrameMkLst>
            <pc:docMk/>
            <pc:sldMk cId="228330516" sldId="2970"/>
            <ac:graphicFrameMk id="53" creationId="{A1012BCE-A2A5-A1A0-691E-258452894941}"/>
          </ac:graphicFrameMkLst>
        </pc:graphicFrameChg>
        <pc:graphicFrameChg chg="add del mod">
          <ac:chgData name="Seunghun Jang" userId="3fc171b04cfc4c4d" providerId="LiveId" clId="{86BCE291-76A7-405F-9595-F6A0B4ED5735}" dt="2025-11-27T11:22:16.444" v="2012" actId="478"/>
          <ac:graphicFrameMkLst>
            <pc:docMk/>
            <pc:sldMk cId="228330516" sldId="2970"/>
            <ac:graphicFrameMk id="55" creationId="{8AD18079-FA95-00FA-12B0-7F827E7D1153}"/>
          </ac:graphicFrameMkLst>
        </pc:graphicFrameChg>
        <pc:graphicFrameChg chg="add mod">
          <ac:chgData name="Seunghun Jang" userId="3fc171b04cfc4c4d" providerId="LiveId" clId="{86BCE291-76A7-405F-9595-F6A0B4ED5735}" dt="2025-11-27T11:24:39.520" v="2094" actId="571"/>
          <ac:graphicFrameMkLst>
            <pc:docMk/>
            <pc:sldMk cId="228330516" sldId="2970"/>
            <ac:graphicFrameMk id="60" creationId="{A12F7417-C13B-2667-6CE3-654E99C1741E}"/>
          </ac:graphicFrameMkLst>
        </pc:graphicFrameChg>
        <pc:picChg chg="del">
          <ac:chgData name="Seunghun Jang" userId="3fc171b04cfc4c4d" providerId="LiveId" clId="{86BCE291-76A7-405F-9595-F6A0B4ED5735}" dt="2025-11-27T08:24:08.073" v="633" actId="478"/>
          <ac:picMkLst>
            <pc:docMk/>
            <pc:sldMk cId="228330516" sldId="2970"/>
            <ac:picMk id="16" creationId="{0C89F52F-7D4F-9C3E-94AA-1556343D27D0}"/>
          </ac:picMkLst>
        </pc:picChg>
        <pc:picChg chg="add mod">
          <ac:chgData name="Seunghun Jang" userId="3fc171b04cfc4c4d" providerId="LiveId" clId="{86BCE291-76A7-405F-9595-F6A0B4ED5735}" dt="2025-11-27T11:44:24.880" v="2893" actId="1076"/>
          <ac:picMkLst>
            <pc:docMk/>
            <pc:sldMk cId="228330516" sldId="2970"/>
            <ac:picMk id="44" creationId="{32D0BE42-7794-D875-6A29-2950A9F8D904}"/>
          </ac:picMkLst>
        </pc:picChg>
        <pc:cxnChg chg="add del mod">
          <ac:chgData name="Seunghun Jang" userId="3fc171b04cfc4c4d" providerId="LiveId" clId="{86BCE291-76A7-405F-9595-F6A0B4ED5735}" dt="2025-11-27T10:31:17.523" v="1235" actId="478"/>
          <ac:cxnSpMkLst>
            <pc:docMk/>
            <pc:sldMk cId="228330516" sldId="2970"/>
            <ac:cxnSpMk id="10" creationId="{2A5A83E0-C222-5078-795A-C768CB567DBB}"/>
          </ac:cxnSpMkLst>
        </pc:cxnChg>
        <pc:cxnChg chg="add mod">
          <ac:chgData name="Seunghun Jang" userId="3fc171b04cfc4c4d" providerId="LiveId" clId="{86BCE291-76A7-405F-9595-F6A0B4ED5735}" dt="2025-11-27T11:44:24.880" v="2893" actId="1076"/>
          <ac:cxnSpMkLst>
            <pc:docMk/>
            <pc:sldMk cId="228330516" sldId="2970"/>
            <ac:cxnSpMk id="20" creationId="{772BA13B-758A-2DBA-A025-294F1FC5DFFB}"/>
          </ac:cxnSpMkLst>
        </pc:cxnChg>
        <pc:cxnChg chg="del">
          <ac:chgData name="Seunghun Jang" userId="3fc171b04cfc4c4d" providerId="LiveId" clId="{86BCE291-76A7-405F-9595-F6A0B4ED5735}" dt="2025-11-27T08:24:09.998" v="634" actId="478"/>
          <ac:cxnSpMkLst>
            <pc:docMk/>
            <pc:sldMk cId="228330516" sldId="2970"/>
            <ac:cxnSpMk id="21" creationId="{DE0DD63C-4C8F-234F-4317-A2DD26F777EA}"/>
          </ac:cxnSpMkLst>
        </pc:cxnChg>
        <pc:cxnChg chg="add mod">
          <ac:chgData name="Seunghun Jang" userId="3fc171b04cfc4c4d" providerId="LiveId" clId="{86BCE291-76A7-405F-9595-F6A0B4ED5735}" dt="2025-11-27T11:44:24.880" v="2893" actId="1076"/>
          <ac:cxnSpMkLst>
            <pc:docMk/>
            <pc:sldMk cId="228330516" sldId="2970"/>
            <ac:cxnSpMk id="34" creationId="{B2E71F95-FA50-47F5-9677-CD493C4FD316}"/>
          </ac:cxnSpMkLst>
        </pc:cxnChg>
        <pc:cxnChg chg="add del mod">
          <ac:chgData name="Seunghun Jang" userId="3fc171b04cfc4c4d" providerId="LiveId" clId="{86BCE291-76A7-405F-9595-F6A0B4ED5735}" dt="2025-11-27T11:30:21.403" v="2404" actId="478"/>
          <ac:cxnSpMkLst>
            <pc:docMk/>
            <pc:sldMk cId="228330516" sldId="2970"/>
            <ac:cxnSpMk id="65" creationId="{4A155257-AA98-2302-29EF-CEF09AB374E3}"/>
          </ac:cxnSpMkLst>
        </pc:cxnChg>
        <pc:cxnChg chg="add mod">
          <ac:chgData name="Seunghun Jang" userId="3fc171b04cfc4c4d" providerId="LiveId" clId="{86BCE291-76A7-405F-9595-F6A0B4ED5735}" dt="2025-11-27T11:44:24.880" v="2893" actId="1076"/>
          <ac:cxnSpMkLst>
            <pc:docMk/>
            <pc:sldMk cId="228330516" sldId="2970"/>
            <ac:cxnSpMk id="80" creationId="{907B62ED-B777-5A22-D945-7525B8414184}"/>
          </ac:cxnSpMkLst>
        </pc:cxnChg>
        <pc:cxnChg chg="add mod">
          <ac:chgData name="Seunghun Jang" userId="3fc171b04cfc4c4d" providerId="LiveId" clId="{86BCE291-76A7-405F-9595-F6A0B4ED5735}" dt="2025-11-27T11:44:24.880" v="2893" actId="1076"/>
          <ac:cxnSpMkLst>
            <pc:docMk/>
            <pc:sldMk cId="228330516" sldId="2970"/>
            <ac:cxnSpMk id="81" creationId="{EF390A53-138B-7913-D899-7218BE1B8500}"/>
          </ac:cxnSpMkLst>
        </pc:cxnChg>
        <pc:cxnChg chg="add mod">
          <ac:chgData name="Seunghun Jang" userId="3fc171b04cfc4c4d" providerId="LiveId" clId="{86BCE291-76A7-405F-9595-F6A0B4ED5735}" dt="2025-11-27T11:44:24.880" v="2893" actId="1076"/>
          <ac:cxnSpMkLst>
            <pc:docMk/>
            <pc:sldMk cId="228330516" sldId="2970"/>
            <ac:cxnSpMk id="82" creationId="{6DBC2F54-212D-765C-CA95-A185BD9D83C3}"/>
          </ac:cxnSpMkLst>
        </pc:cxnChg>
      </pc:sldChg>
      <pc:sldChg chg="addSp delSp modSp add mod">
        <pc:chgData name="Seunghun Jang" userId="3fc171b04cfc4c4d" providerId="LiveId" clId="{86BCE291-76A7-405F-9595-F6A0B4ED5735}" dt="2025-11-28T06:52:25.246" v="11909" actId="20577"/>
        <pc:sldMkLst>
          <pc:docMk/>
          <pc:sldMk cId="1863459022" sldId="2971"/>
        </pc:sldMkLst>
        <pc:spChg chg="mod">
          <ac:chgData name="Seunghun Jang" userId="3fc171b04cfc4c4d" providerId="LiveId" clId="{86BCE291-76A7-405F-9595-F6A0B4ED5735}" dt="2025-11-28T06:52:25.246" v="11909" actId="20577"/>
          <ac:spMkLst>
            <pc:docMk/>
            <pc:sldMk cId="1863459022" sldId="2971"/>
            <ac:spMk id="2" creationId="{54E062B6-3DF8-9843-53DC-9B6AAED9181C}"/>
          </ac:spMkLst>
        </pc:spChg>
        <pc:spChg chg="mod">
          <ac:chgData name="Seunghun Jang" userId="3fc171b04cfc4c4d" providerId="LiveId" clId="{86BCE291-76A7-405F-9595-F6A0B4ED5735}" dt="2025-11-27T12:04:01.741" v="3650" actId="113"/>
          <ac:spMkLst>
            <pc:docMk/>
            <pc:sldMk cId="1863459022" sldId="2971"/>
            <ac:spMk id="3" creationId="{8C772709-6B95-4AF2-E1D7-35059EE79EAD}"/>
          </ac:spMkLst>
        </pc:spChg>
        <pc:spChg chg="del">
          <ac:chgData name="Seunghun Jang" userId="3fc171b04cfc4c4d" providerId="LiveId" clId="{86BCE291-76A7-405F-9595-F6A0B4ED5735}" dt="2025-11-28T02:20:10.282" v="11828" actId="478"/>
          <ac:spMkLst>
            <pc:docMk/>
            <pc:sldMk cId="1863459022" sldId="2971"/>
            <ac:spMk id="4" creationId="{B445CAFA-6016-87B6-C69A-7B97718DAE20}"/>
          </ac:spMkLst>
        </pc:spChg>
        <pc:spChg chg="mod">
          <ac:chgData name="Seunghun Jang" userId="3fc171b04cfc4c4d" providerId="LiveId" clId="{86BCE291-76A7-405F-9595-F6A0B4ED5735}" dt="2025-11-27T11:56:11.831" v="3309" actId="113"/>
          <ac:spMkLst>
            <pc:docMk/>
            <pc:sldMk cId="1863459022" sldId="2971"/>
            <ac:spMk id="6" creationId="{925DC3B3-ECD0-84A2-7369-08F73063B5E7}"/>
          </ac:spMkLst>
        </pc:spChg>
        <pc:spChg chg="add del mod">
          <ac:chgData name="Seunghun Jang" userId="3fc171b04cfc4c4d" providerId="LiveId" clId="{86BCE291-76A7-405F-9595-F6A0B4ED5735}" dt="2025-11-28T02:20:11.875" v="11829" actId="478"/>
          <ac:spMkLst>
            <pc:docMk/>
            <pc:sldMk cId="1863459022" sldId="2971"/>
            <ac:spMk id="8" creationId="{8BDAD85D-AF79-92FA-CE54-769631D387DA}"/>
          </ac:spMkLst>
        </pc:spChg>
        <pc:spChg chg="add mod">
          <ac:chgData name="Seunghun Jang" userId="3fc171b04cfc4c4d" providerId="LiveId" clId="{86BCE291-76A7-405F-9595-F6A0B4ED5735}" dt="2025-11-28T02:20:12.594" v="11830"/>
          <ac:spMkLst>
            <pc:docMk/>
            <pc:sldMk cId="1863459022" sldId="2971"/>
            <ac:spMk id="10" creationId="{0C94E86D-5FDC-E89C-0CDE-B663D90102CA}"/>
          </ac:spMkLst>
        </pc:spChg>
        <pc:spChg chg="add mod ord">
          <ac:chgData name="Seunghun Jang" userId="3fc171b04cfc4c4d" providerId="LiveId" clId="{86BCE291-76A7-405F-9595-F6A0B4ED5735}" dt="2025-11-27T11:41:58.610" v="2886" actId="1035"/>
          <ac:spMkLst>
            <pc:docMk/>
            <pc:sldMk cId="1863459022" sldId="2971"/>
            <ac:spMk id="12" creationId="{FCF92846-F270-7FA4-512F-D8E7DD232A59}"/>
          </ac:spMkLst>
        </pc:spChg>
        <pc:spChg chg="add del mod">
          <ac:chgData name="Seunghun Jang" userId="3fc171b04cfc4c4d" providerId="LiveId" clId="{86BCE291-76A7-405F-9595-F6A0B4ED5735}" dt="2025-11-27T11:40:16.386" v="2779" actId="478"/>
          <ac:spMkLst>
            <pc:docMk/>
            <pc:sldMk cId="1863459022" sldId="2971"/>
            <ac:spMk id="13" creationId="{52AF79A0-7A67-622E-9675-3D40A113386E}"/>
          </ac:spMkLst>
        </pc:spChg>
        <pc:spChg chg="add mod ord">
          <ac:chgData name="Seunghun Jang" userId="3fc171b04cfc4c4d" providerId="LiveId" clId="{86BCE291-76A7-405F-9595-F6A0B4ED5735}" dt="2025-11-27T11:40:28.264" v="2784" actId="165"/>
          <ac:spMkLst>
            <pc:docMk/>
            <pc:sldMk cId="1863459022" sldId="2971"/>
            <ac:spMk id="15" creationId="{0444EB30-B5E0-6E08-8B03-56818D55ED74}"/>
          </ac:spMkLst>
        </pc:spChg>
        <pc:spChg chg="mod">
          <ac:chgData name="Seunghun Jang" userId="3fc171b04cfc4c4d" providerId="LiveId" clId="{86BCE291-76A7-405F-9595-F6A0B4ED5735}" dt="2025-11-27T11:40:28.264" v="2784" actId="165"/>
          <ac:spMkLst>
            <pc:docMk/>
            <pc:sldMk cId="1863459022" sldId="2971"/>
            <ac:spMk id="28" creationId="{6B58D4E8-9EE1-648F-2F40-7D81D1A2624C}"/>
          </ac:spMkLst>
        </pc:spChg>
        <pc:spChg chg="mod">
          <ac:chgData name="Seunghun Jang" userId="3fc171b04cfc4c4d" providerId="LiveId" clId="{86BCE291-76A7-405F-9595-F6A0B4ED5735}" dt="2025-11-27T11:41:56.998" v="2883" actId="1035"/>
          <ac:spMkLst>
            <pc:docMk/>
            <pc:sldMk cId="1863459022" sldId="2971"/>
            <ac:spMk id="31" creationId="{AB37791B-1BA8-09EE-C3D7-638A98AADB72}"/>
          </ac:spMkLst>
        </pc:spChg>
        <pc:spChg chg="del">
          <ac:chgData name="Seunghun Jang" userId="3fc171b04cfc4c4d" providerId="LiveId" clId="{86BCE291-76A7-405F-9595-F6A0B4ED5735}" dt="2025-11-27T11:34:39.215" v="2526" actId="478"/>
          <ac:spMkLst>
            <pc:docMk/>
            <pc:sldMk cId="1863459022" sldId="2971"/>
            <ac:spMk id="48" creationId="{400138DB-3E10-16D2-660C-717474D9001C}"/>
          </ac:spMkLst>
        </pc:spChg>
        <pc:spChg chg="del">
          <ac:chgData name="Seunghun Jang" userId="3fc171b04cfc4c4d" providerId="LiveId" clId="{86BCE291-76A7-405F-9595-F6A0B4ED5735}" dt="2025-11-27T11:34:37.576" v="2525" actId="478"/>
          <ac:spMkLst>
            <pc:docMk/>
            <pc:sldMk cId="1863459022" sldId="2971"/>
            <ac:spMk id="49" creationId="{9C92BA8B-864F-027C-495B-947A91E4099F}"/>
          </ac:spMkLst>
        </pc:spChg>
        <pc:spChg chg="add mod">
          <ac:chgData name="Seunghun Jang" userId="3fc171b04cfc4c4d" providerId="LiveId" clId="{86BCE291-76A7-405F-9595-F6A0B4ED5735}" dt="2025-11-27T11:46:48.750" v="3053" actId="1076"/>
          <ac:spMkLst>
            <pc:docMk/>
            <pc:sldMk cId="1863459022" sldId="2971"/>
            <ac:spMk id="53" creationId="{DD15C4C4-6117-1C73-3E90-AC4532743E2F}"/>
          </ac:spMkLst>
        </pc:spChg>
        <pc:spChg chg="add mod">
          <ac:chgData name="Seunghun Jang" userId="3fc171b04cfc4c4d" providerId="LiveId" clId="{86BCE291-76A7-405F-9595-F6A0B4ED5735}" dt="2025-11-27T11:46:53.147" v="3056" actId="1035"/>
          <ac:spMkLst>
            <pc:docMk/>
            <pc:sldMk cId="1863459022" sldId="2971"/>
            <ac:spMk id="54" creationId="{057F2C5D-A65B-5400-716F-7DEB88E1D92E}"/>
          </ac:spMkLst>
        </pc:spChg>
        <pc:spChg chg="del">
          <ac:chgData name="Seunghun Jang" userId="3fc171b04cfc4c4d" providerId="LiveId" clId="{86BCE291-76A7-405F-9595-F6A0B4ED5735}" dt="2025-11-27T11:34:37.576" v="2525" actId="478"/>
          <ac:spMkLst>
            <pc:docMk/>
            <pc:sldMk cId="1863459022" sldId="2971"/>
            <ac:spMk id="83" creationId="{238B54FC-3020-3A2C-C9B6-51B6C3202C4D}"/>
          </ac:spMkLst>
        </pc:spChg>
        <pc:spChg chg="del">
          <ac:chgData name="Seunghun Jang" userId="3fc171b04cfc4c4d" providerId="LiveId" clId="{86BCE291-76A7-405F-9595-F6A0B4ED5735}" dt="2025-11-27T11:34:37.576" v="2525" actId="478"/>
          <ac:spMkLst>
            <pc:docMk/>
            <pc:sldMk cId="1863459022" sldId="2971"/>
            <ac:spMk id="84" creationId="{E708FD46-001F-0CD4-1984-9A5EA2DABEFC}"/>
          </ac:spMkLst>
        </pc:spChg>
        <pc:grpChg chg="add mod ord topLvl">
          <ac:chgData name="Seunghun Jang" userId="3fc171b04cfc4c4d" providerId="LiveId" clId="{86BCE291-76A7-405F-9595-F6A0B4ED5735}" dt="2025-11-27T11:40:28.264" v="2784" actId="165"/>
          <ac:grpSpMkLst>
            <pc:docMk/>
            <pc:sldMk cId="1863459022" sldId="2971"/>
            <ac:grpSpMk id="16" creationId="{9879DA2A-BB66-AADE-BDEC-9541A2A50773}"/>
          </ac:grpSpMkLst>
        </pc:grpChg>
        <pc:grpChg chg="add del mod">
          <ac:chgData name="Seunghun Jang" userId="3fc171b04cfc4c4d" providerId="LiveId" clId="{86BCE291-76A7-405F-9595-F6A0B4ED5735}" dt="2025-11-27T11:39:04.814" v="2742" actId="165"/>
          <ac:grpSpMkLst>
            <pc:docMk/>
            <pc:sldMk cId="1863459022" sldId="2971"/>
            <ac:grpSpMk id="17" creationId="{E2D2C0A3-B038-6606-AD1F-25085B328E51}"/>
          </ac:grpSpMkLst>
        </pc:grpChg>
        <pc:grpChg chg="add mod topLvl">
          <ac:chgData name="Seunghun Jang" userId="3fc171b04cfc4c4d" providerId="LiveId" clId="{86BCE291-76A7-405F-9595-F6A0B4ED5735}" dt="2025-11-27T11:46:48.750" v="3053" actId="1076"/>
          <ac:grpSpMkLst>
            <pc:docMk/>
            <pc:sldMk cId="1863459022" sldId="2971"/>
            <ac:grpSpMk id="18" creationId="{E9B41CA9-AB1D-9BE1-5E44-9D7A6A37411C}"/>
          </ac:grpSpMkLst>
        </pc:grpChg>
        <pc:grpChg chg="add del mod">
          <ac:chgData name="Seunghun Jang" userId="3fc171b04cfc4c4d" providerId="LiveId" clId="{86BCE291-76A7-405F-9595-F6A0B4ED5735}" dt="2025-11-27T11:39:58.300" v="2771" actId="478"/>
          <ac:grpSpMkLst>
            <pc:docMk/>
            <pc:sldMk cId="1863459022" sldId="2971"/>
            <ac:grpSpMk id="19" creationId="{F5208181-30F3-2D39-60C2-5025185BD0FF}"/>
          </ac:grpSpMkLst>
        </pc:grpChg>
        <pc:grpChg chg="mod topLvl">
          <ac:chgData name="Seunghun Jang" userId="3fc171b04cfc4c4d" providerId="LiveId" clId="{86BCE291-76A7-405F-9595-F6A0B4ED5735}" dt="2025-11-27T11:40:28.264" v="2784" actId="165"/>
          <ac:grpSpMkLst>
            <pc:docMk/>
            <pc:sldMk cId="1863459022" sldId="2971"/>
            <ac:grpSpMk id="21" creationId="{2B3540DD-8C03-3BF6-4EC0-D58A38E36166}"/>
          </ac:grpSpMkLst>
        </pc:grpChg>
        <pc:grpChg chg="add mod topLvl">
          <ac:chgData name="Seunghun Jang" userId="3fc171b04cfc4c4d" providerId="LiveId" clId="{86BCE291-76A7-405F-9595-F6A0B4ED5735}" dt="2025-11-27T11:46:48.750" v="3053" actId="1076"/>
          <ac:grpSpMkLst>
            <pc:docMk/>
            <pc:sldMk cId="1863459022" sldId="2971"/>
            <ac:grpSpMk id="32" creationId="{535B8597-949A-B435-D708-22A26A0316E9}"/>
          </ac:grpSpMkLst>
        </pc:grpChg>
        <pc:grpChg chg="add del mod">
          <ac:chgData name="Seunghun Jang" userId="3fc171b04cfc4c4d" providerId="LiveId" clId="{86BCE291-76A7-405F-9595-F6A0B4ED5735}" dt="2025-11-27T11:40:28.264" v="2784" actId="165"/>
          <ac:grpSpMkLst>
            <pc:docMk/>
            <pc:sldMk cId="1863459022" sldId="2971"/>
            <ac:grpSpMk id="33" creationId="{72BF66C7-762C-C2EE-0029-A6AF52587F38}"/>
          </ac:grpSpMkLst>
        </pc:grpChg>
        <pc:grpChg chg="del">
          <ac:chgData name="Seunghun Jang" userId="3fc171b04cfc4c4d" providerId="LiveId" clId="{86BCE291-76A7-405F-9595-F6A0B4ED5735}" dt="2025-11-27T11:34:39.215" v="2526" actId="478"/>
          <ac:grpSpMkLst>
            <pc:docMk/>
            <pc:sldMk cId="1863459022" sldId="2971"/>
            <ac:grpSpMk id="50" creationId="{E3DF72B7-AB2D-64D1-A295-F6FF1CCB5EDF}"/>
          </ac:grpSpMkLst>
        </pc:grpChg>
        <pc:grpChg chg="del">
          <ac:chgData name="Seunghun Jang" userId="3fc171b04cfc4c4d" providerId="LiveId" clId="{86BCE291-76A7-405F-9595-F6A0B4ED5735}" dt="2025-11-27T11:34:37.576" v="2525" actId="478"/>
          <ac:grpSpMkLst>
            <pc:docMk/>
            <pc:sldMk cId="1863459022" sldId="2971"/>
            <ac:grpSpMk id="75" creationId="{E70CFBC1-0E4F-967B-8662-E5FB9B024779}"/>
          </ac:grpSpMkLst>
        </pc:grpChg>
        <pc:grpChg chg="del">
          <ac:chgData name="Seunghun Jang" userId="3fc171b04cfc4c4d" providerId="LiveId" clId="{86BCE291-76A7-405F-9595-F6A0B4ED5735}" dt="2025-11-27T11:34:37.576" v="2525" actId="478"/>
          <ac:grpSpMkLst>
            <pc:docMk/>
            <pc:sldMk cId="1863459022" sldId="2971"/>
            <ac:grpSpMk id="76" creationId="{E72F9705-9A28-66F1-B354-3A5F9D6288E5}"/>
          </ac:grpSpMkLst>
        </pc:grpChg>
        <pc:grpChg chg="del">
          <ac:chgData name="Seunghun Jang" userId="3fc171b04cfc4c4d" providerId="LiveId" clId="{86BCE291-76A7-405F-9595-F6A0B4ED5735}" dt="2025-11-27T11:34:37.576" v="2525" actId="478"/>
          <ac:grpSpMkLst>
            <pc:docMk/>
            <pc:sldMk cId="1863459022" sldId="2971"/>
            <ac:grpSpMk id="79" creationId="{DE99DF79-ED69-D50D-B9C6-1A5891797A3E}"/>
          </ac:grpSpMkLst>
        </pc:grpChg>
        <pc:picChg chg="add mod topLvl">
          <ac:chgData name="Seunghun Jang" userId="3fc171b04cfc4c4d" providerId="LiveId" clId="{86BCE291-76A7-405F-9595-F6A0B4ED5735}" dt="2025-11-27T11:40:28.264" v="2784" actId="165"/>
          <ac:picMkLst>
            <pc:docMk/>
            <pc:sldMk cId="1863459022" sldId="2971"/>
            <ac:picMk id="9" creationId="{8C6DE48D-5296-287E-B171-98725A74ECF5}"/>
          </ac:picMkLst>
        </pc:picChg>
        <pc:picChg chg="add del mod">
          <ac:chgData name="Seunghun Jang" userId="3fc171b04cfc4c4d" providerId="LiveId" clId="{86BCE291-76A7-405F-9595-F6A0B4ED5735}" dt="2025-11-27T11:37:16.014" v="2648" actId="478"/>
          <ac:picMkLst>
            <pc:docMk/>
            <pc:sldMk cId="1863459022" sldId="2971"/>
            <ac:picMk id="10" creationId="{1B1BA888-2F99-F027-28A8-838CA9751944}"/>
          </ac:picMkLst>
        </pc:picChg>
        <pc:picChg chg="add mod ord">
          <ac:chgData name="Seunghun Jang" userId="3fc171b04cfc4c4d" providerId="LiveId" clId="{86BCE291-76A7-405F-9595-F6A0B4ED5735}" dt="2025-11-27T11:40:28.264" v="2784" actId="165"/>
          <ac:picMkLst>
            <pc:docMk/>
            <pc:sldMk cId="1863459022" sldId="2971"/>
            <ac:picMk id="11" creationId="{6B11F732-81CB-3EE7-C2B6-79A05C9F6A56}"/>
          </ac:picMkLst>
        </pc:picChg>
        <pc:picChg chg="del mod topLvl">
          <ac:chgData name="Seunghun Jang" userId="3fc171b04cfc4c4d" providerId="LiveId" clId="{86BCE291-76A7-405F-9595-F6A0B4ED5735}" dt="2025-11-27T11:39:58.300" v="2771" actId="478"/>
          <ac:picMkLst>
            <pc:docMk/>
            <pc:sldMk cId="1863459022" sldId="2971"/>
            <ac:picMk id="27" creationId="{78492D26-C819-58C2-9C5C-F10C0C91A6D0}"/>
          </ac:picMkLst>
        </pc:picChg>
        <pc:cxnChg chg="del">
          <ac:chgData name="Seunghun Jang" userId="3fc171b04cfc4c4d" providerId="LiveId" clId="{86BCE291-76A7-405F-9595-F6A0B4ED5735}" dt="2025-11-27T11:34:37.576" v="2525" actId="478"/>
          <ac:cxnSpMkLst>
            <pc:docMk/>
            <pc:sldMk cId="1863459022" sldId="2971"/>
            <ac:cxnSpMk id="80" creationId="{907B62ED-B777-5A22-D945-7525B8414184}"/>
          </ac:cxnSpMkLst>
        </pc:cxnChg>
        <pc:cxnChg chg="del">
          <ac:chgData name="Seunghun Jang" userId="3fc171b04cfc4c4d" providerId="LiveId" clId="{86BCE291-76A7-405F-9595-F6A0B4ED5735}" dt="2025-11-27T11:34:37.576" v="2525" actId="478"/>
          <ac:cxnSpMkLst>
            <pc:docMk/>
            <pc:sldMk cId="1863459022" sldId="2971"/>
            <ac:cxnSpMk id="81" creationId="{EF390A53-138B-7913-D899-7218BE1B8500}"/>
          </ac:cxnSpMkLst>
        </pc:cxnChg>
        <pc:cxnChg chg="del">
          <ac:chgData name="Seunghun Jang" userId="3fc171b04cfc4c4d" providerId="LiveId" clId="{86BCE291-76A7-405F-9595-F6A0B4ED5735}" dt="2025-11-27T11:34:37.576" v="2525" actId="478"/>
          <ac:cxnSpMkLst>
            <pc:docMk/>
            <pc:sldMk cId="1863459022" sldId="2971"/>
            <ac:cxnSpMk id="82" creationId="{6DBC2F54-212D-765C-CA95-A185BD9D83C3}"/>
          </ac:cxnSpMkLst>
        </pc:cxnChg>
      </pc:sldChg>
      <pc:sldChg chg="del">
        <pc:chgData name="Seunghun Jang" userId="3fc171b04cfc4c4d" providerId="LiveId" clId="{86BCE291-76A7-405F-9595-F6A0B4ED5735}" dt="2025-11-27T10:19:42.120" v="1184" actId="47"/>
        <pc:sldMkLst>
          <pc:docMk/>
          <pc:sldMk cId="3691344257" sldId="2971"/>
        </pc:sldMkLst>
      </pc:sldChg>
      <pc:sldChg chg="del">
        <pc:chgData name="Seunghun Jang" userId="3fc171b04cfc4c4d" providerId="LiveId" clId="{86BCE291-76A7-405F-9595-F6A0B4ED5735}" dt="2025-11-27T10:19:42.120" v="1184" actId="47"/>
        <pc:sldMkLst>
          <pc:docMk/>
          <pc:sldMk cId="2411586146" sldId="2972"/>
        </pc:sldMkLst>
      </pc:sldChg>
      <pc:sldChg chg="addSp delSp modSp add mod">
        <pc:chgData name="Seunghun Jang" userId="3fc171b04cfc4c4d" providerId="LiveId" clId="{86BCE291-76A7-405F-9595-F6A0B4ED5735}" dt="2025-11-28T06:52:34.059" v="11920" actId="20577"/>
        <pc:sldMkLst>
          <pc:docMk/>
          <pc:sldMk cId="3986762333" sldId="2972"/>
        </pc:sldMkLst>
        <pc:spChg chg="mod">
          <ac:chgData name="Seunghun Jang" userId="3fc171b04cfc4c4d" providerId="LiveId" clId="{86BCE291-76A7-405F-9595-F6A0B4ED5735}" dt="2025-11-28T06:52:31.034" v="11917" actId="20577"/>
          <ac:spMkLst>
            <pc:docMk/>
            <pc:sldMk cId="3986762333" sldId="2972"/>
            <ac:spMk id="2" creationId="{54E062B6-3DF8-9843-53DC-9B6AAED9181C}"/>
          </ac:spMkLst>
        </pc:spChg>
        <pc:spChg chg="mod">
          <ac:chgData name="Seunghun Jang" userId="3fc171b04cfc4c4d" providerId="LiveId" clId="{86BCE291-76A7-405F-9595-F6A0B4ED5735}" dt="2025-11-27T14:08:06.311" v="6812" actId="20577"/>
          <ac:spMkLst>
            <pc:docMk/>
            <pc:sldMk cId="3986762333" sldId="2972"/>
            <ac:spMk id="3" creationId="{8C772709-6B95-4AF2-E1D7-35059EE79EAD}"/>
          </ac:spMkLst>
        </pc:spChg>
        <pc:spChg chg="del">
          <ac:chgData name="Seunghun Jang" userId="3fc171b04cfc4c4d" providerId="LiveId" clId="{86BCE291-76A7-405F-9595-F6A0B4ED5735}" dt="2025-11-28T02:20:16.192" v="11831" actId="478"/>
          <ac:spMkLst>
            <pc:docMk/>
            <pc:sldMk cId="3986762333" sldId="2972"/>
            <ac:spMk id="4" creationId="{B445CAFA-6016-87B6-C69A-7B97718DAE20}"/>
          </ac:spMkLst>
        </pc:spChg>
        <pc:spChg chg="mod">
          <ac:chgData name="Seunghun Jang" userId="3fc171b04cfc4c4d" providerId="LiveId" clId="{86BCE291-76A7-405F-9595-F6A0B4ED5735}" dt="2025-11-27T11:56:48.444" v="3311" actId="113"/>
          <ac:spMkLst>
            <pc:docMk/>
            <pc:sldMk cId="3986762333" sldId="2972"/>
            <ac:spMk id="6" creationId="{925DC3B3-ECD0-84A2-7369-08F73063B5E7}"/>
          </ac:spMkLst>
        </pc:spChg>
        <pc:spChg chg="add del mod">
          <ac:chgData name="Seunghun Jang" userId="3fc171b04cfc4c4d" providerId="LiveId" clId="{86BCE291-76A7-405F-9595-F6A0B4ED5735}" dt="2025-11-27T11:51:16.527" v="3226" actId="478"/>
          <ac:spMkLst>
            <pc:docMk/>
            <pc:sldMk cId="3986762333" sldId="2972"/>
            <ac:spMk id="7" creationId="{D2F975EA-861C-60FA-72C4-A078A5EA5720}"/>
          </ac:spMkLst>
        </pc:spChg>
        <pc:spChg chg="add mod">
          <ac:chgData name="Seunghun Jang" userId="3fc171b04cfc4c4d" providerId="LiveId" clId="{86BCE291-76A7-405F-9595-F6A0B4ED5735}" dt="2025-11-27T13:08:22.693" v="4592" actId="571"/>
          <ac:spMkLst>
            <pc:docMk/>
            <pc:sldMk cId="3986762333" sldId="2972"/>
            <ac:spMk id="8" creationId="{90472ABD-42BE-4236-3260-04A278526453}"/>
          </ac:spMkLst>
        </pc:spChg>
        <pc:spChg chg="add del mod">
          <ac:chgData name="Seunghun Jang" userId="3fc171b04cfc4c4d" providerId="LiveId" clId="{86BCE291-76A7-405F-9595-F6A0B4ED5735}" dt="2025-11-27T11:51:15.461" v="3225" actId="478"/>
          <ac:spMkLst>
            <pc:docMk/>
            <pc:sldMk cId="3986762333" sldId="2972"/>
            <ac:spMk id="8" creationId="{DAB400B4-B5F5-83F7-6421-AF9C91438604}"/>
          </ac:spMkLst>
        </pc:spChg>
        <pc:spChg chg="add mod">
          <ac:chgData name="Seunghun Jang" userId="3fc171b04cfc4c4d" providerId="LiveId" clId="{86BCE291-76A7-405F-9595-F6A0B4ED5735}" dt="2025-11-27T13:08:22.693" v="4592" actId="571"/>
          <ac:spMkLst>
            <pc:docMk/>
            <pc:sldMk cId="3986762333" sldId="2972"/>
            <ac:spMk id="9" creationId="{AC2AECB4-0D15-D839-1CED-76D539007992}"/>
          </ac:spMkLst>
        </pc:spChg>
        <pc:spChg chg="add mod">
          <ac:chgData name="Seunghun Jang" userId="3fc171b04cfc4c4d" providerId="LiveId" clId="{86BCE291-76A7-405F-9595-F6A0B4ED5735}" dt="2025-11-27T13:08:22.693" v="4592" actId="571"/>
          <ac:spMkLst>
            <pc:docMk/>
            <pc:sldMk cId="3986762333" sldId="2972"/>
            <ac:spMk id="11" creationId="{CE19A6B3-2A87-BF94-9969-4AE400B826BA}"/>
          </ac:spMkLst>
        </pc:spChg>
        <pc:spChg chg="add mod">
          <ac:chgData name="Seunghun Jang" userId="3fc171b04cfc4c4d" providerId="LiveId" clId="{86BCE291-76A7-405F-9595-F6A0B4ED5735}" dt="2025-11-27T13:08:22.693" v="4592" actId="571"/>
          <ac:spMkLst>
            <pc:docMk/>
            <pc:sldMk cId="3986762333" sldId="2972"/>
            <ac:spMk id="12" creationId="{30E277B8-CD21-A2B1-EAE9-35384459E754}"/>
          </ac:spMkLst>
        </pc:spChg>
        <pc:spChg chg="del mod topLvl">
          <ac:chgData name="Seunghun Jang" userId="3fc171b04cfc4c4d" providerId="LiveId" clId="{86BCE291-76A7-405F-9595-F6A0B4ED5735}" dt="2025-11-27T12:44:00.447" v="4199" actId="478"/>
          <ac:spMkLst>
            <pc:docMk/>
            <pc:sldMk cId="3986762333" sldId="2972"/>
            <ac:spMk id="13" creationId="{A29E105E-DCED-7EAD-009E-2D953C087455}"/>
          </ac:spMkLst>
        </pc:spChg>
        <pc:spChg chg="add mod">
          <ac:chgData name="Seunghun Jang" userId="3fc171b04cfc4c4d" providerId="LiveId" clId="{86BCE291-76A7-405F-9595-F6A0B4ED5735}" dt="2025-11-27T13:08:22.693" v="4592" actId="571"/>
          <ac:spMkLst>
            <pc:docMk/>
            <pc:sldMk cId="3986762333" sldId="2972"/>
            <ac:spMk id="13" creationId="{E608125D-CF81-09FE-FD23-93CACAA3C431}"/>
          </ac:spMkLst>
        </pc:spChg>
        <pc:spChg chg="del mod topLvl">
          <ac:chgData name="Seunghun Jang" userId="3fc171b04cfc4c4d" providerId="LiveId" clId="{86BCE291-76A7-405F-9595-F6A0B4ED5735}" dt="2025-11-27T12:33:18.189" v="4079" actId="478"/>
          <ac:spMkLst>
            <pc:docMk/>
            <pc:sldMk cId="3986762333" sldId="2972"/>
            <ac:spMk id="14" creationId="{BDC39F37-2BE3-C180-9CD4-16AFF1CECFB1}"/>
          </ac:spMkLst>
        </pc:spChg>
        <pc:spChg chg="del mod topLvl">
          <ac:chgData name="Seunghun Jang" userId="3fc171b04cfc4c4d" providerId="LiveId" clId="{86BCE291-76A7-405F-9595-F6A0B4ED5735}" dt="2025-11-27T11:51:35.594" v="3253" actId="478"/>
          <ac:spMkLst>
            <pc:docMk/>
            <pc:sldMk cId="3986762333" sldId="2972"/>
            <ac:spMk id="17" creationId="{DFDD52D5-20B0-64C9-BF7D-4E7A576DDC53}"/>
          </ac:spMkLst>
        </pc:spChg>
        <pc:spChg chg="del mod topLvl">
          <ac:chgData name="Seunghun Jang" userId="3fc171b04cfc4c4d" providerId="LiveId" clId="{86BCE291-76A7-405F-9595-F6A0B4ED5735}" dt="2025-11-27T11:51:39.408" v="3257" actId="478"/>
          <ac:spMkLst>
            <pc:docMk/>
            <pc:sldMk cId="3986762333" sldId="2972"/>
            <ac:spMk id="20" creationId="{0A101768-18BC-0756-7A34-1D4DDADBA922}"/>
          </ac:spMkLst>
        </pc:spChg>
        <pc:spChg chg="del mod topLvl">
          <ac:chgData name="Seunghun Jang" userId="3fc171b04cfc4c4d" providerId="LiveId" clId="{86BCE291-76A7-405F-9595-F6A0B4ED5735}" dt="2025-11-27T11:51:43.357" v="3259" actId="478"/>
          <ac:spMkLst>
            <pc:docMk/>
            <pc:sldMk cId="3986762333" sldId="2972"/>
            <ac:spMk id="25" creationId="{69CA3D7F-4E68-D64A-66F4-9451B59B2EB2}"/>
          </ac:spMkLst>
        </pc:spChg>
        <pc:spChg chg="del mod topLvl">
          <ac:chgData name="Seunghun Jang" userId="3fc171b04cfc4c4d" providerId="LiveId" clId="{86BCE291-76A7-405F-9595-F6A0B4ED5735}" dt="2025-11-27T11:51:43.357" v="3259" actId="478"/>
          <ac:spMkLst>
            <pc:docMk/>
            <pc:sldMk cId="3986762333" sldId="2972"/>
            <ac:spMk id="26" creationId="{A88B95B5-BFDF-BF5A-1473-CEF90C71BD6F}"/>
          </ac:spMkLst>
        </pc:spChg>
        <pc:spChg chg="del mod topLvl">
          <ac:chgData name="Seunghun Jang" userId="3fc171b04cfc4c4d" providerId="LiveId" clId="{86BCE291-76A7-405F-9595-F6A0B4ED5735}" dt="2025-11-27T11:51:43.357" v="3259" actId="478"/>
          <ac:spMkLst>
            <pc:docMk/>
            <pc:sldMk cId="3986762333" sldId="2972"/>
            <ac:spMk id="27" creationId="{39F50792-E87D-D67F-B059-5B1045B4621D}"/>
          </ac:spMkLst>
        </pc:spChg>
        <pc:spChg chg="mod topLvl">
          <ac:chgData name="Seunghun Jang" userId="3fc171b04cfc4c4d" providerId="LiveId" clId="{86BCE291-76A7-405F-9595-F6A0B4ED5735}" dt="2025-11-27T14:06:15.557" v="6708" actId="1076"/>
          <ac:spMkLst>
            <pc:docMk/>
            <pc:sldMk cId="3986762333" sldId="2972"/>
            <ac:spMk id="28" creationId="{B5434BB8-286D-4BFC-8627-D780F8342855}"/>
          </ac:spMkLst>
        </pc:spChg>
        <pc:spChg chg="del mod topLvl">
          <ac:chgData name="Seunghun Jang" userId="3fc171b04cfc4c4d" providerId="LiveId" clId="{86BCE291-76A7-405F-9595-F6A0B4ED5735}" dt="2025-11-27T13:11:12.910" v="4654" actId="478"/>
          <ac:spMkLst>
            <pc:docMk/>
            <pc:sldMk cId="3986762333" sldId="2972"/>
            <ac:spMk id="29" creationId="{62B2DE02-56E1-5E1A-883F-309290D79539}"/>
          </ac:spMkLst>
        </pc:spChg>
        <pc:spChg chg="del mod topLvl">
          <ac:chgData name="Seunghun Jang" userId="3fc171b04cfc4c4d" providerId="LiveId" clId="{86BCE291-76A7-405F-9595-F6A0B4ED5735}" dt="2025-11-27T13:11:12.910" v="4654" actId="478"/>
          <ac:spMkLst>
            <pc:docMk/>
            <pc:sldMk cId="3986762333" sldId="2972"/>
            <ac:spMk id="30" creationId="{16C8D12C-4D36-1A0D-E9C7-82AD3B0A720B}"/>
          </ac:spMkLst>
        </pc:spChg>
        <pc:spChg chg="del mod topLvl">
          <ac:chgData name="Seunghun Jang" userId="3fc171b04cfc4c4d" providerId="LiveId" clId="{86BCE291-76A7-405F-9595-F6A0B4ED5735}" dt="2025-11-27T11:51:41.445" v="3258" actId="478"/>
          <ac:spMkLst>
            <pc:docMk/>
            <pc:sldMk cId="3986762333" sldId="2972"/>
            <ac:spMk id="30" creationId="{FE680F82-1DD1-24AA-DAA7-922954855261}"/>
          </ac:spMkLst>
        </pc:spChg>
        <pc:spChg chg="del mod topLvl">
          <ac:chgData name="Seunghun Jang" userId="3fc171b04cfc4c4d" providerId="LiveId" clId="{86BCE291-76A7-405F-9595-F6A0B4ED5735}" dt="2025-11-27T13:10:46.123" v="4622" actId="478"/>
          <ac:spMkLst>
            <pc:docMk/>
            <pc:sldMk cId="3986762333" sldId="2972"/>
            <ac:spMk id="32" creationId="{32713773-9820-518F-80AB-CBECAB99B3EE}"/>
          </ac:spMkLst>
        </pc:spChg>
        <pc:spChg chg="del mod topLvl">
          <ac:chgData name="Seunghun Jang" userId="3fc171b04cfc4c4d" providerId="LiveId" clId="{86BCE291-76A7-405F-9595-F6A0B4ED5735}" dt="2025-11-27T11:51:41.445" v="3258" actId="478"/>
          <ac:spMkLst>
            <pc:docMk/>
            <pc:sldMk cId="3986762333" sldId="2972"/>
            <ac:spMk id="33" creationId="{50A6990E-C89A-5719-1286-5A47EEF69ABD}"/>
          </ac:spMkLst>
        </pc:spChg>
        <pc:spChg chg="del mod topLvl">
          <ac:chgData name="Seunghun Jang" userId="3fc171b04cfc4c4d" providerId="LiveId" clId="{86BCE291-76A7-405F-9595-F6A0B4ED5735}" dt="2025-11-27T13:10:53.098" v="4627" actId="478"/>
          <ac:spMkLst>
            <pc:docMk/>
            <pc:sldMk cId="3986762333" sldId="2972"/>
            <ac:spMk id="36" creationId="{9D8C90F2-6D1A-2786-3841-3A0278661A3D}"/>
          </ac:spMkLst>
        </pc:spChg>
        <pc:spChg chg="del mod topLvl">
          <ac:chgData name="Seunghun Jang" userId="3fc171b04cfc4c4d" providerId="LiveId" clId="{86BCE291-76A7-405F-9595-F6A0B4ED5735}" dt="2025-11-27T11:51:41.445" v="3258" actId="478"/>
          <ac:spMkLst>
            <pc:docMk/>
            <pc:sldMk cId="3986762333" sldId="2972"/>
            <ac:spMk id="37" creationId="{A3D81EDA-9C35-3501-1389-89AF81B05ECD}"/>
          </ac:spMkLst>
        </pc:spChg>
        <pc:spChg chg="del mod topLvl">
          <ac:chgData name="Seunghun Jang" userId="3fc171b04cfc4c4d" providerId="LiveId" clId="{86BCE291-76A7-405F-9595-F6A0B4ED5735}" dt="2025-11-27T13:10:56.873" v="4631" actId="478"/>
          <ac:spMkLst>
            <pc:docMk/>
            <pc:sldMk cId="3986762333" sldId="2972"/>
            <ac:spMk id="37" creationId="{BBDE0726-A245-BC7D-4B21-64AE0550B003}"/>
          </ac:spMkLst>
        </pc:spChg>
        <pc:spChg chg="del mod topLvl">
          <ac:chgData name="Seunghun Jang" userId="3fc171b04cfc4c4d" providerId="LiveId" clId="{86BCE291-76A7-405F-9595-F6A0B4ED5735}" dt="2025-11-27T13:10:55.848" v="4630" actId="478"/>
          <ac:spMkLst>
            <pc:docMk/>
            <pc:sldMk cId="3986762333" sldId="2972"/>
            <ac:spMk id="38" creationId="{4561FF58-BCAB-219A-DDAE-199F7891D040}"/>
          </ac:spMkLst>
        </pc:spChg>
        <pc:spChg chg="del mod topLvl">
          <ac:chgData name="Seunghun Jang" userId="3fc171b04cfc4c4d" providerId="LiveId" clId="{86BCE291-76A7-405F-9595-F6A0B4ED5735}" dt="2025-11-27T11:51:41.445" v="3258" actId="478"/>
          <ac:spMkLst>
            <pc:docMk/>
            <pc:sldMk cId="3986762333" sldId="2972"/>
            <ac:spMk id="38" creationId="{E0385D5C-9FE1-03A8-1009-A057E3BB6808}"/>
          </ac:spMkLst>
        </pc:spChg>
        <pc:spChg chg="del mod topLvl">
          <ac:chgData name="Seunghun Jang" userId="3fc171b04cfc4c4d" providerId="LiveId" clId="{86BCE291-76A7-405F-9595-F6A0B4ED5735}" dt="2025-11-27T11:51:30.082" v="3233" actId="478"/>
          <ac:spMkLst>
            <pc:docMk/>
            <pc:sldMk cId="3986762333" sldId="2972"/>
            <ac:spMk id="39" creationId="{42B4CAC5-D1ED-75B2-1EB8-266F1F7EFCFD}"/>
          </ac:spMkLst>
        </pc:spChg>
        <pc:spChg chg="del mod topLvl">
          <ac:chgData name="Seunghun Jang" userId="3fc171b04cfc4c4d" providerId="LiveId" clId="{86BCE291-76A7-405F-9595-F6A0B4ED5735}" dt="2025-11-27T11:51:41.445" v="3258" actId="478"/>
          <ac:spMkLst>
            <pc:docMk/>
            <pc:sldMk cId="3986762333" sldId="2972"/>
            <ac:spMk id="40" creationId="{1A934AF3-1169-2CF4-A622-C70217214AC9}"/>
          </ac:spMkLst>
        </pc:spChg>
        <pc:spChg chg="del mod topLvl">
          <ac:chgData name="Seunghun Jang" userId="3fc171b04cfc4c4d" providerId="LiveId" clId="{86BCE291-76A7-405F-9595-F6A0B4ED5735}" dt="2025-11-27T13:10:46.123" v="4622" actId="478"/>
          <ac:spMkLst>
            <pc:docMk/>
            <pc:sldMk cId="3986762333" sldId="2972"/>
            <ac:spMk id="40" creationId="{71DC8F3B-7DB7-F6BA-E56D-CF00C4250097}"/>
          </ac:spMkLst>
        </pc:spChg>
        <pc:spChg chg="del mod topLvl">
          <ac:chgData name="Seunghun Jang" userId="3fc171b04cfc4c4d" providerId="LiveId" clId="{86BCE291-76A7-405F-9595-F6A0B4ED5735}" dt="2025-11-27T13:10:46.123" v="4622" actId="478"/>
          <ac:spMkLst>
            <pc:docMk/>
            <pc:sldMk cId="3986762333" sldId="2972"/>
            <ac:spMk id="41" creationId="{A6E3E716-26DD-0201-D158-B5379E73CB0E}"/>
          </ac:spMkLst>
        </pc:spChg>
        <pc:spChg chg="del mod topLvl">
          <ac:chgData name="Seunghun Jang" userId="3fc171b04cfc4c4d" providerId="LiveId" clId="{86BCE291-76A7-405F-9595-F6A0B4ED5735}" dt="2025-11-27T11:51:43.357" v="3259" actId="478"/>
          <ac:spMkLst>
            <pc:docMk/>
            <pc:sldMk cId="3986762333" sldId="2972"/>
            <ac:spMk id="42" creationId="{63B1DF25-81D0-F556-3391-AA6B6291F964}"/>
          </ac:spMkLst>
        </pc:spChg>
        <pc:spChg chg="del mod topLvl">
          <ac:chgData name="Seunghun Jang" userId="3fc171b04cfc4c4d" providerId="LiveId" clId="{86BCE291-76A7-405F-9595-F6A0B4ED5735}" dt="2025-11-27T11:51:43.357" v="3259" actId="478"/>
          <ac:spMkLst>
            <pc:docMk/>
            <pc:sldMk cId="3986762333" sldId="2972"/>
            <ac:spMk id="43" creationId="{272DD6EB-68F3-B055-E841-A5C43674DEA8}"/>
          </ac:spMkLst>
        </pc:spChg>
        <pc:spChg chg="del mod topLvl">
          <ac:chgData name="Seunghun Jang" userId="3fc171b04cfc4c4d" providerId="LiveId" clId="{86BCE291-76A7-405F-9595-F6A0B4ED5735}" dt="2025-11-27T11:51:43.357" v="3259" actId="478"/>
          <ac:spMkLst>
            <pc:docMk/>
            <pc:sldMk cId="3986762333" sldId="2972"/>
            <ac:spMk id="44" creationId="{07C58FF8-216B-BE57-E44A-110220B9B9BB}"/>
          </ac:spMkLst>
        </pc:spChg>
        <pc:spChg chg="add del mod">
          <ac:chgData name="Seunghun Jang" userId="3fc171b04cfc4c4d" providerId="LiveId" clId="{86BCE291-76A7-405F-9595-F6A0B4ED5735}" dt="2025-11-27T14:48:12.803" v="7076" actId="1076"/>
          <ac:spMkLst>
            <pc:docMk/>
            <pc:sldMk cId="3986762333" sldId="2972"/>
            <ac:spMk id="45" creationId="{1A10A2BC-2C90-991F-8E28-48C62F528C9B}"/>
          </ac:spMkLst>
        </pc:spChg>
        <pc:spChg chg="del mod topLvl">
          <ac:chgData name="Seunghun Jang" userId="3fc171b04cfc4c4d" providerId="LiveId" clId="{86BCE291-76A7-405F-9595-F6A0B4ED5735}" dt="2025-11-27T13:10:46.123" v="4622" actId="478"/>
          <ac:spMkLst>
            <pc:docMk/>
            <pc:sldMk cId="3986762333" sldId="2972"/>
            <ac:spMk id="46" creationId="{F8308AAD-06BC-E315-EA77-9085723B2B6F}"/>
          </ac:spMkLst>
        </pc:spChg>
        <pc:spChg chg="add del mod">
          <ac:chgData name="Seunghun Jang" userId="3fc171b04cfc4c4d" providerId="LiveId" clId="{86BCE291-76A7-405F-9595-F6A0B4ED5735}" dt="2025-11-27T13:08:15.125" v="4587" actId="478"/>
          <ac:spMkLst>
            <pc:docMk/>
            <pc:sldMk cId="3986762333" sldId="2972"/>
            <ac:spMk id="47" creationId="{784E2FF0-011C-C1E5-7271-F745315D592F}"/>
          </ac:spMkLst>
        </pc:spChg>
        <pc:spChg chg="add del mod">
          <ac:chgData name="Seunghun Jang" userId="3fc171b04cfc4c4d" providerId="LiveId" clId="{86BCE291-76A7-405F-9595-F6A0B4ED5735}" dt="2025-11-27T12:33:56.462" v="4091" actId="478"/>
          <ac:spMkLst>
            <pc:docMk/>
            <pc:sldMk cId="3986762333" sldId="2972"/>
            <ac:spMk id="48" creationId="{702A5118-86C4-66EA-27FB-C11E5EFF396A}"/>
          </ac:spMkLst>
        </pc:spChg>
        <pc:spChg chg="del mod topLvl">
          <ac:chgData name="Seunghun Jang" userId="3fc171b04cfc4c4d" providerId="LiveId" clId="{86BCE291-76A7-405F-9595-F6A0B4ED5735}" dt="2025-11-27T13:10:46.123" v="4622" actId="478"/>
          <ac:spMkLst>
            <pc:docMk/>
            <pc:sldMk cId="3986762333" sldId="2972"/>
            <ac:spMk id="48" creationId="{DF6A8DA9-CB22-7039-05FC-BB6B3F600780}"/>
          </ac:spMkLst>
        </pc:spChg>
        <pc:spChg chg="del mod topLvl">
          <ac:chgData name="Seunghun Jang" userId="3fc171b04cfc4c4d" providerId="LiveId" clId="{86BCE291-76A7-405F-9595-F6A0B4ED5735}" dt="2025-11-27T13:11:04.235" v="4651" actId="478"/>
          <ac:spMkLst>
            <pc:docMk/>
            <pc:sldMk cId="3986762333" sldId="2972"/>
            <ac:spMk id="49" creationId="{1A6F7959-7A96-D8B2-6102-6B443E76807B}"/>
          </ac:spMkLst>
        </pc:spChg>
        <pc:spChg chg="add del mod">
          <ac:chgData name="Seunghun Jang" userId="3fc171b04cfc4c4d" providerId="LiveId" clId="{86BCE291-76A7-405F-9595-F6A0B4ED5735}" dt="2025-11-27T12:33:56.462" v="4091" actId="478"/>
          <ac:spMkLst>
            <pc:docMk/>
            <pc:sldMk cId="3986762333" sldId="2972"/>
            <ac:spMk id="49" creationId="{FA7568A4-9BEC-4CAC-AA85-837A72F7DDB3}"/>
          </ac:spMkLst>
        </pc:spChg>
        <pc:spChg chg="add mod topLvl">
          <ac:chgData name="Seunghun Jang" userId="3fc171b04cfc4c4d" providerId="LiveId" clId="{86BCE291-76A7-405F-9595-F6A0B4ED5735}" dt="2025-11-27T14:03:51.460" v="6550" actId="404"/>
          <ac:spMkLst>
            <pc:docMk/>
            <pc:sldMk cId="3986762333" sldId="2972"/>
            <ac:spMk id="50" creationId="{851F01FA-0FBA-F751-3DE1-841D3FAE1C12}"/>
          </ac:spMkLst>
        </pc:spChg>
        <pc:spChg chg="del mod topLvl">
          <ac:chgData name="Seunghun Jang" userId="3fc171b04cfc4c4d" providerId="LiveId" clId="{86BCE291-76A7-405F-9595-F6A0B4ED5735}" dt="2025-11-27T13:10:46.123" v="4622" actId="478"/>
          <ac:spMkLst>
            <pc:docMk/>
            <pc:sldMk cId="3986762333" sldId="2972"/>
            <ac:spMk id="51" creationId="{922515A7-5C57-DBB4-A783-936E929A537A}"/>
          </ac:spMkLst>
        </pc:spChg>
        <pc:spChg chg="mod">
          <ac:chgData name="Seunghun Jang" userId="3fc171b04cfc4c4d" providerId="LiveId" clId="{86BCE291-76A7-405F-9595-F6A0B4ED5735}" dt="2025-11-27T12:45:01.171" v="4241" actId="14100"/>
          <ac:spMkLst>
            <pc:docMk/>
            <pc:sldMk cId="3986762333" sldId="2972"/>
            <ac:spMk id="52" creationId="{001F9A67-A743-249D-0754-C6B37F7D5E0D}"/>
          </ac:spMkLst>
        </pc:spChg>
        <pc:spChg chg="del mod topLvl">
          <ac:chgData name="Seunghun Jang" userId="3fc171b04cfc4c4d" providerId="LiveId" clId="{86BCE291-76A7-405F-9595-F6A0B4ED5735}" dt="2025-11-27T13:10:51.136" v="4624" actId="478"/>
          <ac:spMkLst>
            <pc:docMk/>
            <pc:sldMk cId="3986762333" sldId="2972"/>
            <ac:spMk id="53" creationId="{3548EB5B-0859-73E0-57D9-0EEDF70B292D}"/>
          </ac:spMkLst>
        </pc:spChg>
        <pc:spChg chg="del">
          <ac:chgData name="Seunghun Jang" userId="3fc171b04cfc4c4d" providerId="LiveId" clId="{86BCE291-76A7-405F-9595-F6A0B4ED5735}" dt="2025-11-27T11:48:13.720" v="3079" actId="478"/>
          <ac:spMkLst>
            <pc:docMk/>
            <pc:sldMk cId="3986762333" sldId="2972"/>
            <ac:spMk id="53" creationId="{DD15C4C4-6117-1C73-3E90-AC4532743E2F}"/>
          </ac:spMkLst>
        </pc:spChg>
        <pc:spChg chg="del">
          <ac:chgData name="Seunghun Jang" userId="3fc171b04cfc4c4d" providerId="LiveId" clId="{86BCE291-76A7-405F-9595-F6A0B4ED5735}" dt="2025-11-27T11:48:15.109" v="3080" actId="478"/>
          <ac:spMkLst>
            <pc:docMk/>
            <pc:sldMk cId="3986762333" sldId="2972"/>
            <ac:spMk id="54" creationId="{057F2C5D-A65B-5400-716F-7DEB88E1D92E}"/>
          </ac:spMkLst>
        </pc:spChg>
        <pc:spChg chg="del mod topLvl">
          <ac:chgData name="Seunghun Jang" userId="3fc171b04cfc4c4d" providerId="LiveId" clId="{86BCE291-76A7-405F-9595-F6A0B4ED5735}" dt="2025-11-27T13:10:52.560" v="4626" actId="478"/>
          <ac:spMkLst>
            <pc:docMk/>
            <pc:sldMk cId="3986762333" sldId="2972"/>
            <ac:spMk id="54" creationId="{3D941A89-E845-FB0B-53A7-BDAE05539E81}"/>
          </ac:spMkLst>
        </pc:spChg>
        <pc:spChg chg="del mod topLvl">
          <ac:chgData name="Seunghun Jang" userId="3fc171b04cfc4c4d" providerId="LiveId" clId="{86BCE291-76A7-405F-9595-F6A0B4ED5735}" dt="2025-11-27T13:10:52.023" v="4625" actId="478"/>
          <ac:spMkLst>
            <pc:docMk/>
            <pc:sldMk cId="3986762333" sldId="2972"/>
            <ac:spMk id="55" creationId="{0AF3BB06-5915-B768-F4AA-E378430A09BB}"/>
          </ac:spMkLst>
        </pc:spChg>
        <pc:spChg chg="mod">
          <ac:chgData name="Seunghun Jang" userId="3fc171b04cfc4c4d" providerId="LiveId" clId="{86BCE291-76A7-405F-9595-F6A0B4ED5735}" dt="2025-11-27T12:44:54.548" v="4239" actId="20577"/>
          <ac:spMkLst>
            <pc:docMk/>
            <pc:sldMk cId="3986762333" sldId="2972"/>
            <ac:spMk id="55" creationId="{8853B403-3C52-E871-2F1E-F8DC10AB2293}"/>
          </ac:spMkLst>
        </pc:spChg>
        <pc:spChg chg="add mod">
          <ac:chgData name="Seunghun Jang" userId="3fc171b04cfc4c4d" providerId="LiveId" clId="{86BCE291-76A7-405F-9595-F6A0B4ED5735}" dt="2025-11-27T14:03:51.460" v="6550" actId="404"/>
          <ac:spMkLst>
            <pc:docMk/>
            <pc:sldMk cId="3986762333" sldId="2972"/>
            <ac:spMk id="58" creationId="{75E5B485-AF82-0E35-2AB1-A39187CEDD87}"/>
          </ac:spMkLst>
        </pc:spChg>
        <pc:spChg chg="mod topLvl">
          <ac:chgData name="Seunghun Jang" userId="3fc171b04cfc4c4d" providerId="LiveId" clId="{86BCE291-76A7-405F-9595-F6A0B4ED5735}" dt="2025-11-27T14:03:51.460" v="6550" actId="404"/>
          <ac:spMkLst>
            <pc:docMk/>
            <pc:sldMk cId="3986762333" sldId="2972"/>
            <ac:spMk id="60" creationId="{1D058326-E8CF-8AD2-AE32-08121E5B7194}"/>
          </ac:spMkLst>
        </pc:spChg>
        <pc:spChg chg="del mod topLvl">
          <ac:chgData name="Seunghun Jang" userId="3fc171b04cfc4c4d" providerId="LiveId" clId="{86BCE291-76A7-405F-9595-F6A0B4ED5735}" dt="2025-11-27T12:52:00.758" v="4280" actId="478"/>
          <ac:spMkLst>
            <pc:docMk/>
            <pc:sldMk cId="3986762333" sldId="2972"/>
            <ac:spMk id="61" creationId="{51817562-19A1-D927-082C-D8BDC23FE386}"/>
          </ac:spMkLst>
        </pc:spChg>
        <pc:spChg chg="add del mod">
          <ac:chgData name="Seunghun Jang" userId="3fc171b04cfc4c4d" providerId="LiveId" clId="{86BCE291-76A7-405F-9595-F6A0B4ED5735}" dt="2025-11-27T13:43:54.409" v="5668" actId="478"/>
          <ac:spMkLst>
            <pc:docMk/>
            <pc:sldMk cId="3986762333" sldId="2972"/>
            <ac:spMk id="61" creationId="{A3EC8150-71DA-3C26-FE27-9DBAF50EBDC3}"/>
          </ac:spMkLst>
        </pc:spChg>
        <pc:spChg chg="add mod">
          <ac:chgData name="Seunghun Jang" userId="3fc171b04cfc4c4d" providerId="LiveId" clId="{86BCE291-76A7-405F-9595-F6A0B4ED5735}" dt="2025-11-27T14:06:15.557" v="6708" actId="1076"/>
          <ac:spMkLst>
            <pc:docMk/>
            <pc:sldMk cId="3986762333" sldId="2972"/>
            <ac:spMk id="62" creationId="{82F9C69C-CC2D-9DAF-719C-435FEDD39773}"/>
          </ac:spMkLst>
        </pc:spChg>
        <pc:spChg chg="mod">
          <ac:chgData name="Seunghun Jang" userId="3fc171b04cfc4c4d" providerId="LiveId" clId="{86BCE291-76A7-405F-9595-F6A0B4ED5735}" dt="2025-11-27T12:52:03.533" v="4281" actId="20578"/>
          <ac:spMkLst>
            <pc:docMk/>
            <pc:sldMk cId="3986762333" sldId="2972"/>
            <ac:spMk id="63" creationId="{6384D9FE-906A-4E63-CAFB-6E304DA99DAC}"/>
          </ac:spMkLst>
        </pc:spChg>
        <pc:spChg chg="add del mod">
          <ac:chgData name="Seunghun Jang" userId="3fc171b04cfc4c4d" providerId="LiveId" clId="{86BCE291-76A7-405F-9595-F6A0B4ED5735}" dt="2025-11-27T13:36:41.735" v="5507" actId="478"/>
          <ac:spMkLst>
            <pc:docMk/>
            <pc:sldMk cId="3986762333" sldId="2972"/>
            <ac:spMk id="63" creationId="{BE468941-5444-F41C-8ECA-319F69FC2119}"/>
          </ac:spMkLst>
        </pc:spChg>
        <pc:spChg chg="mod">
          <ac:chgData name="Seunghun Jang" userId="3fc171b04cfc4c4d" providerId="LiveId" clId="{86BCE291-76A7-405F-9595-F6A0B4ED5735}" dt="2025-11-27T12:52:03.533" v="4281" actId="20578"/>
          <ac:spMkLst>
            <pc:docMk/>
            <pc:sldMk cId="3986762333" sldId="2972"/>
            <ac:spMk id="64" creationId="{69311E60-9CDF-DA4C-97E3-E3C7FA1350ED}"/>
          </ac:spMkLst>
        </pc:spChg>
        <pc:spChg chg="add mod">
          <ac:chgData name="Seunghun Jang" userId="3fc171b04cfc4c4d" providerId="LiveId" clId="{86BCE291-76A7-405F-9595-F6A0B4ED5735}" dt="2025-11-27T13:21:50.770" v="5277" actId="571"/>
          <ac:spMkLst>
            <pc:docMk/>
            <pc:sldMk cId="3986762333" sldId="2972"/>
            <ac:spMk id="64" creationId="{EA83C961-655F-F210-940C-9B11F276F6FE}"/>
          </ac:spMkLst>
        </pc:spChg>
        <pc:spChg chg="add mod topLvl">
          <ac:chgData name="Seunghun Jang" userId="3fc171b04cfc4c4d" providerId="LiveId" clId="{86BCE291-76A7-405F-9595-F6A0B4ED5735}" dt="2025-11-27T14:03:51.460" v="6550" actId="404"/>
          <ac:spMkLst>
            <pc:docMk/>
            <pc:sldMk cId="3986762333" sldId="2972"/>
            <ac:spMk id="65" creationId="{2EDF0BA9-2FCA-B4EF-2FFB-44658A91008D}"/>
          </ac:spMkLst>
        </pc:spChg>
        <pc:spChg chg="add del mod">
          <ac:chgData name="Seunghun Jang" userId="3fc171b04cfc4c4d" providerId="LiveId" clId="{86BCE291-76A7-405F-9595-F6A0B4ED5735}" dt="2025-11-27T13:26:24.315" v="5361" actId="478"/>
          <ac:spMkLst>
            <pc:docMk/>
            <pc:sldMk cId="3986762333" sldId="2972"/>
            <ac:spMk id="66" creationId="{579A1AD6-C913-E043-449E-5FB63D2B4329}"/>
          </ac:spMkLst>
        </pc:spChg>
        <pc:spChg chg="add mod ord topLvl">
          <ac:chgData name="Seunghun Jang" userId="3fc171b04cfc4c4d" providerId="LiveId" clId="{86BCE291-76A7-405F-9595-F6A0B4ED5735}" dt="2025-11-27T14:03:51.460" v="6550" actId="404"/>
          <ac:spMkLst>
            <pc:docMk/>
            <pc:sldMk cId="3986762333" sldId="2972"/>
            <ac:spMk id="67" creationId="{11B8D2C3-B94E-08F0-06A8-4C93C0854445}"/>
          </ac:spMkLst>
        </pc:spChg>
        <pc:spChg chg="add mod topLvl">
          <ac:chgData name="Seunghun Jang" userId="3fc171b04cfc4c4d" providerId="LiveId" clId="{86BCE291-76A7-405F-9595-F6A0B4ED5735}" dt="2025-11-27T14:03:51.460" v="6550" actId="404"/>
          <ac:spMkLst>
            <pc:docMk/>
            <pc:sldMk cId="3986762333" sldId="2972"/>
            <ac:spMk id="68" creationId="{25EA95BC-EA7F-ACD3-EA3F-416D33BF448B}"/>
          </ac:spMkLst>
        </pc:spChg>
        <pc:spChg chg="add del mod">
          <ac:chgData name="Seunghun Jang" userId="3fc171b04cfc4c4d" providerId="LiveId" clId="{86BCE291-76A7-405F-9595-F6A0B4ED5735}" dt="2025-11-27T13:26:23.729" v="5360" actId="478"/>
          <ac:spMkLst>
            <pc:docMk/>
            <pc:sldMk cId="3986762333" sldId="2972"/>
            <ac:spMk id="70" creationId="{20D35881-4B1B-776E-5055-5925D829E378}"/>
          </ac:spMkLst>
        </pc:spChg>
        <pc:spChg chg="add del mod">
          <ac:chgData name="Seunghun Jang" userId="3fc171b04cfc4c4d" providerId="LiveId" clId="{86BCE291-76A7-405F-9595-F6A0B4ED5735}" dt="2025-11-27T13:36:40.948" v="5506" actId="478"/>
          <ac:spMkLst>
            <pc:docMk/>
            <pc:sldMk cId="3986762333" sldId="2972"/>
            <ac:spMk id="73" creationId="{ECA022C6-DDA5-F38B-C126-205E3C803524}"/>
          </ac:spMkLst>
        </pc:spChg>
        <pc:spChg chg="add del mod">
          <ac:chgData name="Seunghun Jang" userId="3fc171b04cfc4c4d" providerId="LiveId" clId="{86BCE291-76A7-405F-9595-F6A0B4ED5735}" dt="2025-11-27T13:35:43.611" v="5466" actId="478"/>
          <ac:spMkLst>
            <pc:docMk/>
            <pc:sldMk cId="3986762333" sldId="2972"/>
            <ac:spMk id="76" creationId="{9E573EA1-973C-6C38-BF69-9D4569151E8C}"/>
          </ac:spMkLst>
        </pc:spChg>
        <pc:spChg chg="add mod topLvl">
          <ac:chgData name="Seunghun Jang" userId="3fc171b04cfc4c4d" providerId="LiveId" clId="{86BCE291-76A7-405F-9595-F6A0B4ED5735}" dt="2025-11-27T14:48:10.177" v="7075" actId="1076"/>
          <ac:spMkLst>
            <pc:docMk/>
            <pc:sldMk cId="3986762333" sldId="2972"/>
            <ac:spMk id="77" creationId="{BAB7B455-8873-A741-AA0C-009A17A4C02D}"/>
          </ac:spMkLst>
        </pc:spChg>
        <pc:spChg chg="add del mod">
          <ac:chgData name="Seunghun Jang" userId="3fc171b04cfc4c4d" providerId="LiveId" clId="{86BCE291-76A7-405F-9595-F6A0B4ED5735}" dt="2025-11-27T13:44:22.245" v="5698" actId="478"/>
          <ac:spMkLst>
            <pc:docMk/>
            <pc:sldMk cId="3986762333" sldId="2972"/>
            <ac:spMk id="80" creationId="{5F95245A-90A1-09E3-9525-7C6AF0111EC0}"/>
          </ac:spMkLst>
        </pc:spChg>
        <pc:spChg chg="add del mod">
          <ac:chgData name="Seunghun Jang" userId="3fc171b04cfc4c4d" providerId="LiveId" clId="{86BCE291-76A7-405F-9595-F6A0B4ED5735}" dt="2025-11-27T14:03:44.936" v="6547" actId="478"/>
          <ac:spMkLst>
            <pc:docMk/>
            <pc:sldMk cId="3986762333" sldId="2972"/>
            <ac:spMk id="83" creationId="{DCD5DDBE-4FAB-3D63-3B5E-FF450773069F}"/>
          </ac:spMkLst>
        </pc:spChg>
        <pc:spChg chg="add del mod">
          <ac:chgData name="Seunghun Jang" userId="3fc171b04cfc4c4d" providerId="LiveId" clId="{86BCE291-76A7-405F-9595-F6A0B4ED5735}" dt="2025-11-27T14:02:36.736" v="6449" actId="478"/>
          <ac:spMkLst>
            <pc:docMk/>
            <pc:sldMk cId="3986762333" sldId="2972"/>
            <ac:spMk id="84" creationId="{B5CB0588-2AFA-B23C-472E-79D12F16E7D0}"/>
          </ac:spMkLst>
        </pc:spChg>
        <pc:spChg chg="add mod topLvl">
          <ac:chgData name="Seunghun Jang" userId="3fc171b04cfc4c4d" providerId="LiveId" clId="{86BCE291-76A7-405F-9595-F6A0B4ED5735}" dt="2025-11-27T14:48:10.177" v="7075" actId="1076"/>
          <ac:spMkLst>
            <pc:docMk/>
            <pc:sldMk cId="3986762333" sldId="2972"/>
            <ac:spMk id="85" creationId="{441D0D55-94AF-08E2-A2B4-8E3DD30C0F80}"/>
          </ac:spMkLst>
        </pc:spChg>
        <pc:spChg chg="add mod topLvl">
          <ac:chgData name="Seunghun Jang" userId="3fc171b04cfc4c4d" providerId="LiveId" clId="{86BCE291-76A7-405F-9595-F6A0B4ED5735}" dt="2025-11-28T06:52:34.059" v="11920" actId="20577"/>
          <ac:spMkLst>
            <pc:docMk/>
            <pc:sldMk cId="3986762333" sldId="2972"/>
            <ac:spMk id="86" creationId="{EF89F203-970C-E82D-FF76-89652BE9E83B}"/>
          </ac:spMkLst>
        </pc:spChg>
        <pc:spChg chg="mod">
          <ac:chgData name="Seunghun Jang" userId="3fc171b04cfc4c4d" providerId="LiveId" clId="{86BCE291-76A7-405F-9595-F6A0B4ED5735}" dt="2025-11-27T13:00:53.117" v="4517" actId="571"/>
          <ac:spMkLst>
            <pc:docMk/>
            <pc:sldMk cId="3986762333" sldId="2972"/>
            <ac:spMk id="87" creationId="{3A7BE0F9-06BD-477C-B233-DBC9B24D68D2}"/>
          </ac:spMkLst>
        </pc:spChg>
        <pc:spChg chg="add mod topLvl">
          <ac:chgData name="Seunghun Jang" userId="3fc171b04cfc4c4d" providerId="LiveId" clId="{86BCE291-76A7-405F-9595-F6A0B4ED5735}" dt="2025-11-27T14:48:10.177" v="7075" actId="1076"/>
          <ac:spMkLst>
            <pc:docMk/>
            <pc:sldMk cId="3986762333" sldId="2972"/>
            <ac:spMk id="87" creationId="{BFA624BA-B11F-279C-F0ED-C09508A51565}"/>
          </ac:spMkLst>
        </pc:spChg>
        <pc:spChg chg="mod">
          <ac:chgData name="Seunghun Jang" userId="3fc171b04cfc4c4d" providerId="LiveId" clId="{86BCE291-76A7-405F-9595-F6A0B4ED5735}" dt="2025-11-27T13:00:53.117" v="4517" actId="571"/>
          <ac:spMkLst>
            <pc:docMk/>
            <pc:sldMk cId="3986762333" sldId="2972"/>
            <ac:spMk id="89" creationId="{C195273F-AE63-3FFA-B8D0-251BF68ABEF4}"/>
          </ac:spMkLst>
        </pc:spChg>
        <pc:spChg chg="add mod">
          <ac:chgData name="Seunghun Jang" userId="3fc171b04cfc4c4d" providerId="LiveId" clId="{86BCE291-76A7-405F-9595-F6A0B4ED5735}" dt="2025-11-27T14:48:56.866" v="7122" actId="20577"/>
          <ac:spMkLst>
            <pc:docMk/>
            <pc:sldMk cId="3986762333" sldId="2972"/>
            <ac:spMk id="89" creationId="{F193F6AB-785B-EB2B-573D-3F8FF1364B36}"/>
          </ac:spMkLst>
        </pc:spChg>
        <pc:spChg chg="add del mod">
          <ac:chgData name="Seunghun Jang" userId="3fc171b04cfc4c4d" providerId="LiveId" clId="{86BCE291-76A7-405F-9595-F6A0B4ED5735}" dt="2025-11-28T02:20:19.661" v="11834" actId="478"/>
          <ac:spMkLst>
            <pc:docMk/>
            <pc:sldMk cId="3986762333" sldId="2972"/>
            <ac:spMk id="91" creationId="{D5889DD6-C039-DEFE-BD3B-E12B8296D1C5}"/>
          </ac:spMkLst>
        </pc:spChg>
        <pc:spChg chg="add mod">
          <ac:chgData name="Seunghun Jang" userId="3fc171b04cfc4c4d" providerId="LiveId" clId="{86BCE291-76A7-405F-9595-F6A0B4ED5735}" dt="2025-11-28T02:20:17.713" v="11833"/>
          <ac:spMkLst>
            <pc:docMk/>
            <pc:sldMk cId="3986762333" sldId="2972"/>
            <ac:spMk id="92" creationId="{6C540BAB-CE96-F31C-AFBB-CEBBC1EC39D3}"/>
          </ac:spMkLst>
        </pc:spChg>
        <pc:spChg chg="add mod">
          <ac:chgData name="Seunghun Jang" userId="3fc171b04cfc4c4d" providerId="LiveId" clId="{86BCE291-76A7-405F-9595-F6A0B4ED5735}" dt="2025-11-28T02:20:20.404" v="11835"/>
          <ac:spMkLst>
            <pc:docMk/>
            <pc:sldMk cId="3986762333" sldId="2972"/>
            <ac:spMk id="93" creationId="{F9B93D3D-9723-3AC2-64EA-CA687D32325E}"/>
          </ac:spMkLst>
        </pc:spChg>
        <pc:spChg chg="mod">
          <ac:chgData name="Seunghun Jang" userId="3fc171b04cfc4c4d" providerId="LiveId" clId="{86BCE291-76A7-405F-9595-F6A0B4ED5735}" dt="2025-11-27T13:00:53.117" v="4517" actId="571"/>
          <ac:spMkLst>
            <pc:docMk/>
            <pc:sldMk cId="3986762333" sldId="2972"/>
            <ac:spMk id="97" creationId="{BE3B99A9-1A31-9C22-B7CB-684E443B40DA}"/>
          </ac:spMkLst>
        </pc:spChg>
        <pc:spChg chg="mod">
          <ac:chgData name="Seunghun Jang" userId="3fc171b04cfc4c4d" providerId="LiveId" clId="{86BCE291-76A7-405F-9595-F6A0B4ED5735}" dt="2025-11-27T13:00:53.117" v="4517" actId="571"/>
          <ac:spMkLst>
            <pc:docMk/>
            <pc:sldMk cId="3986762333" sldId="2972"/>
            <ac:spMk id="99" creationId="{F6674C7A-34EA-91EC-3353-09D0ED0FE27E}"/>
          </ac:spMkLst>
        </pc:spChg>
        <pc:spChg chg="mod">
          <ac:chgData name="Seunghun Jang" userId="3fc171b04cfc4c4d" providerId="LiveId" clId="{86BCE291-76A7-405F-9595-F6A0B4ED5735}" dt="2025-11-27T13:00:53.117" v="4517" actId="571"/>
          <ac:spMkLst>
            <pc:docMk/>
            <pc:sldMk cId="3986762333" sldId="2972"/>
            <ac:spMk id="100" creationId="{D8946F90-B905-2EFA-A613-21508FD27F7E}"/>
          </ac:spMkLst>
        </pc:spChg>
        <pc:spChg chg="add del mod">
          <ac:chgData name="Seunghun Jang" userId="3fc171b04cfc4c4d" providerId="LiveId" clId="{86BCE291-76A7-405F-9595-F6A0B4ED5735}" dt="2025-11-27T13:05:55.212" v="4564" actId="478"/>
          <ac:spMkLst>
            <pc:docMk/>
            <pc:sldMk cId="3986762333" sldId="2972"/>
            <ac:spMk id="101" creationId="{11B8D2C3-B94E-08F0-06A8-4C93C0854445}"/>
          </ac:spMkLst>
        </pc:spChg>
        <pc:grpChg chg="add del mod">
          <ac:chgData name="Seunghun Jang" userId="3fc171b04cfc4c4d" providerId="LiveId" clId="{86BCE291-76A7-405F-9595-F6A0B4ED5735}" dt="2025-11-27T11:51:28.260" v="3232" actId="165"/>
          <ac:grpSpMkLst>
            <pc:docMk/>
            <pc:sldMk cId="3986762333" sldId="2972"/>
            <ac:grpSpMk id="10" creationId="{6FC53926-91B2-24D1-7BD7-3CDBE7EABCCE}"/>
          </ac:grpSpMkLst>
        </pc:grpChg>
        <pc:grpChg chg="del">
          <ac:chgData name="Seunghun Jang" userId="3fc171b04cfc4c4d" providerId="LiveId" clId="{86BCE291-76A7-405F-9595-F6A0B4ED5735}" dt="2025-11-27T11:48:11.945" v="3077" actId="478"/>
          <ac:grpSpMkLst>
            <pc:docMk/>
            <pc:sldMk cId="3986762333" sldId="2972"/>
            <ac:grpSpMk id="18" creationId="{E9B41CA9-AB1D-9BE1-5E44-9D7A6A37411C}"/>
          </ac:grpSpMkLst>
        </pc:grpChg>
        <pc:grpChg chg="add mod">
          <ac:chgData name="Seunghun Jang" userId="3fc171b04cfc4c4d" providerId="LiveId" clId="{86BCE291-76A7-405F-9595-F6A0B4ED5735}" dt="2025-11-27T13:08:22.058" v="4591" actId="164"/>
          <ac:grpSpMkLst>
            <pc:docMk/>
            <pc:sldMk cId="3986762333" sldId="2972"/>
            <ac:grpSpMk id="22" creationId="{E812A3DA-2B01-2BDE-4BFE-694986701976}"/>
          </ac:grpSpMkLst>
        </pc:grpChg>
        <pc:grpChg chg="add del mod">
          <ac:chgData name="Seunghun Jang" userId="3fc171b04cfc4c4d" providerId="LiveId" clId="{86BCE291-76A7-405F-9595-F6A0B4ED5735}" dt="2025-11-27T13:09:06.987" v="4595" actId="165"/>
          <ac:grpSpMkLst>
            <pc:docMk/>
            <pc:sldMk cId="3986762333" sldId="2972"/>
            <ac:grpSpMk id="23" creationId="{DF4D2E35-95F1-C125-0766-313AB7018BB6}"/>
          </ac:grpSpMkLst>
        </pc:grpChg>
        <pc:grpChg chg="add mod">
          <ac:chgData name="Seunghun Jang" userId="3fc171b04cfc4c4d" providerId="LiveId" clId="{86BCE291-76A7-405F-9595-F6A0B4ED5735}" dt="2025-11-27T13:15:05.422" v="4875" actId="164"/>
          <ac:grpSpMkLst>
            <pc:docMk/>
            <pc:sldMk cId="3986762333" sldId="2972"/>
            <ac:grpSpMk id="26" creationId="{091F75E5-DECA-E59E-EA8B-3E143E15D009}"/>
          </ac:grpSpMkLst>
        </pc:grpChg>
        <pc:grpChg chg="add del mod">
          <ac:chgData name="Seunghun Jang" userId="3fc171b04cfc4c4d" providerId="LiveId" clId="{86BCE291-76A7-405F-9595-F6A0B4ED5735}" dt="2025-11-27T13:10:44.763" v="4621" actId="165"/>
          <ac:grpSpMkLst>
            <pc:docMk/>
            <pc:sldMk cId="3986762333" sldId="2972"/>
            <ac:grpSpMk id="27" creationId="{EA59E74F-AE8C-B444-04E0-7050B1D3FF41}"/>
          </ac:grpSpMkLst>
        </pc:grpChg>
        <pc:grpChg chg="del">
          <ac:chgData name="Seunghun Jang" userId="3fc171b04cfc4c4d" providerId="LiveId" clId="{86BCE291-76A7-405F-9595-F6A0B4ED5735}" dt="2025-11-27T11:48:12.333" v="3078" actId="478"/>
          <ac:grpSpMkLst>
            <pc:docMk/>
            <pc:sldMk cId="3986762333" sldId="2972"/>
            <ac:grpSpMk id="32" creationId="{535B8597-949A-B435-D708-22A26A0316E9}"/>
          </ac:grpSpMkLst>
        </pc:grpChg>
        <pc:grpChg chg="add del mod">
          <ac:chgData name="Seunghun Jang" userId="3fc171b04cfc4c4d" providerId="LiveId" clId="{86BCE291-76A7-405F-9595-F6A0B4ED5735}" dt="2025-11-27T12:57:11.469" v="4460" actId="478"/>
          <ac:grpSpMkLst>
            <pc:docMk/>
            <pc:sldMk cId="3986762333" sldId="2972"/>
            <ac:grpSpMk id="51" creationId="{2904A2F5-742B-B4F0-D9BB-3EF6667ABE6F}"/>
          </ac:grpSpMkLst>
        </pc:grpChg>
        <pc:grpChg chg="add del mod">
          <ac:chgData name="Seunghun Jang" userId="3fc171b04cfc4c4d" providerId="LiveId" clId="{86BCE291-76A7-405F-9595-F6A0B4ED5735}" dt="2025-11-27T12:52:00.758" v="4280" actId="478"/>
          <ac:grpSpMkLst>
            <pc:docMk/>
            <pc:sldMk cId="3986762333" sldId="2972"/>
            <ac:grpSpMk id="59" creationId="{35A5CCD2-0C68-CD79-6FB6-0B4BD5EC6662}"/>
          </ac:grpSpMkLst>
        </pc:grpChg>
        <pc:grpChg chg="add mod">
          <ac:chgData name="Seunghun Jang" userId="3fc171b04cfc4c4d" providerId="LiveId" clId="{86BCE291-76A7-405F-9595-F6A0B4ED5735}" dt="2025-11-27T13:43:55.821" v="5669" actId="164"/>
          <ac:grpSpMkLst>
            <pc:docMk/>
            <pc:sldMk cId="3986762333" sldId="2972"/>
            <ac:grpSpMk id="59" creationId="{C26E6501-54F8-7478-4C03-0D90F8E2B0D9}"/>
          </ac:grpSpMkLst>
        </pc:grpChg>
        <pc:grpChg chg="add del mod">
          <ac:chgData name="Seunghun Jang" userId="3fc171b04cfc4c4d" providerId="LiveId" clId="{86BCE291-76A7-405F-9595-F6A0B4ED5735}" dt="2025-11-27T12:57:13.079" v="4461" actId="478"/>
          <ac:grpSpMkLst>
            <pc:docMk/>
            <pc:sldMk cId="3986762333" sldId="2972"/>
            <ac:grpSpMk id="62" creationId="{6BDE1DE8-2C05-E764-647D-F20AF2504F0C}"/>
          </ac:grpSpMkLst>
        </pc:grpChg>
        <pc:grpChg chg="add del mod topLvl">
          <ac:chgData name="Seunghun Jang" userId="3fc171b04cfc4c4d" providerId="LiveId" clId="{86BCE291-76A7-405F-9595-F6A0B4ED5735}" dt="2025-11-27T13:03:51.703" v="4561" actId="165"/>
          <ac:grpSpMkLst>
            <pc:docMk/>
            <pc:sldMk cId="3986762333" sldId="2972"/>
            <ac:grpSpMk id="73" creationId="{6BEB72FF-15DA-213C-81A4-50A21D845F6B}"/>
          </ac:grpSpMkLst>
        </pc:grpChg>
        <pc:grpChg chg="add del mod">
          <ac:chgData name="Seunghun Jang" userId="3fc171b04cfc4c4d" providerId="LiveId" clId="{86BCE291-76A7-405F-9595-F6A0B4ED5735}" dt="2025-11-27T12:57:29.757" v="4470" actId="165"/>
          <ac:grpSpMkLst>
            <pc:docMk/>
            <pc:sldMk cId="3986762333" sldId="2972"/>
            <ac:grpSpMk id="76" creationId="{ACB3BFC4-248F-DFC3-44C9-5CF080E0CC06}"/>
          </ac:grpSpMkLst>
        </pc:grpChg>
        <pc:grpChg chg="add mod">
          <ac:chgData name="Seunghun Jang" userId="3fc171b04cfc4c4d" providerId="LiveId" clId="{86BCE291-76A7-405F-9595-F6A0B4ED5735}" dt="2025-11-27T14:06:15.557" v="6708" actId="1076"/>
          <ac:grpSpMkLst>
            <pc:docMk/>
            <pc:sldMk cId="3986762333" sldId="2972"/>
            <ac:grpSpMk id="78" creationId="{D3D07F40-7EAC-8062-1254-BF9ED0594692}"/>
          </ac:grpSpMkLst>
        </pc:grpChg>
        <pc:grpChg chg="add del mod">
          <ac:chgData name="Seunghun Jang" userId="3fc171b04cfc4c4d" providerId="LiveId" clId="{86BCE291-76A7-405F-9595-F6A0B4ED5735}" dt="2025-11-27T13:03:38.291" v="4536" actId="165"/>
          <ac:grpSpMkLst>
            <pc:docMk/>
            <pc:sldMk cId="3986762333" sldId="2972"/>
            <ac:grpSpMk id="85" creationId="{98A8AD9B-44AD-B335-F965-61ED22FAFF1D}"/>
          </ac:grpSpMkLst>
        </pc:grpChg>
        <pc:grpChg chg="add mod">
          <ac:chgData name="Seunghun Jang" userId="3fc171b04cfc4c4d" providerId="LiveId" clId="{86BCE291-76A7-405F-9595-F6A0B4ED5735}" dt="2025-11-27T13:00:53.117" v="4517" actId="571"/>
          <ac:grpSpMkLst>
            <pc:docMk/>
            <pc:sldMk cId="3986762333" sldId="2972"/>
            <ac:grpSpMk id="86" creationId="{7074305B-F1A9-A00A-6145-F77AB7849934}"/>
          </ac:grpSpMkLst>
        </pc:grpChg>
        <pc:grpChg chg="mod">
          <ac:chgData name="Seunghun Jang" userId="3fc171b04cfc4c4d" providerId="LiveId" clId="{86BCE291-76A7-405F-9595-F6A0B4ED5735}" dt="2025-11-27T13:00:53.117" v="4517" actId="571"/>
          <ac:grpSpMkLst>
            <pc:docMk/>
            <pc:sldMk cId="3986762333" sldId="2972"/>
            <ac:grpSpMk id="88" creationId="{3E7F1736-96A9-2218-4D4E-D9BF0451DB5A}"/>
          </ac:grpSpMkLst>
        </pc:grpChg>
        <pc:grpChg chg="add del mod">
          <ac:chgData name="Seunghun Jang" userId="3fc171b04cfc4c4d" providerId="LiveId" clId="{86BCE291-76A7-405F-9595-F6A0B4ED5735}" dt="2025-11-27T14:47:02.170" v="7015" actId="165"/>
          <ac:grpSpMkLst>
            <pc:docMk/>
            <pc:sldMk cId="3986762333" sldId="2972"/>
            <ac:grpSpMk id="88" creationId="{86ACC5F9-3949-97D9-04A8-6D266C5ACB2D}"/>
          </ac:grpSpMkLst>
        </pc:grpChg>
        <pc:graphicFrameChg chg="add mod topLvl">
          <ac:chgData name="Seunghun Jang" userId="3fc171b04cfc4c4d" providerId="LiveId" clId="{86BCE291-76A7-405F-9595-F6A0B4ED5735}" dt="2025-11-27T13:10:04.899" v="4609" actId="164"/>
          <ac:graphicFrameMkLst>
            <pc:docMk/>
            <pc:sldMk cId="3986762333" sldId="2972"/>
            <ac:graphicFrameMk id="7" creationId="{BF8DACEE-21A4-5310-9A7F-69C75F0C2D52}"/>
          </ac:graphicFrameMkLst>
        </pc:graphicFrameChg>
        <pc:graphicFrameChg chg="add mod">
          <ac:chgData name="Seunghun Jang" userId="3fc171b04cfc4c4d" providerId="LiveId" clId="{86BCE291-76A7-405F-9595-F6A0B4ED5735}" dt="2025-11-27T13:08:22.693" v="4592" actId="571"/>
          <ac:graphicFrameMkLst>
            <pc:docMk/>
            <pc:sldMk cId="3986762333" sldId="2972"/>
            <ac:graphicFrameMk id="15" creationId="{72F934D5-0575-78ED-6EC7-C78ADFB955E5}"/>
          </ac:graphicFrameMkLst>
        </pc:graphicFrameChg>
        <pc:graphicFrameChg chg="add mod">
          <ac:chgData name="Seunghun Jang" userId="3fc171b04cfc4c4d" providerId="LiveId" clId="{86BCE291-76A7-405F-9595-F6A0B4ED5735}" dt="2025-11-27T13:08:22.693" v="4592" actId="571"/>
          <ac:graphicFrameMkLst>
            <pc:docMk/>
            <pc:sldMk cId="3986762333" sldId="2972"/>
            <ac:graphicFrameMk id="17" creationId="{703B8D43-8176-2E07-909A-A055D5B9B811}"/>
          </ac:graphicFrameMkLst>
        </pc:graphicFrameChg>
        <pc:graphicFrameChg chg="add mod">
          <ac:chgData name="Seunghun Jang" userId="3fc171b04cfc4c4d" providerId="LiveId" clId="{86BCE291-76A7-405F-9595-F6A0B4ED5735}" dt="2025-11-27T13:08:22.693" v="4592" actId="571"/>
          <ac:graphicFrameMkLst>
            <pc:docMk/>
            <pc:sldMk cId="3986762333" sldId="2972"/>
            <ac:graphicFrameMk id="21" creationId="{9BC1C29D-8AAC-27F6-F125-97C5A4AC89FF}"/>
          </ac:graphicFrameMkLst>
        </pc:graphicFrameChg>
        <pc:graphicFrameChg chg="del mod topLvl">
          <ac:chgData name="Seunghun Jang" userId="3fc171b04cfc4c4d" providerId="LiveId" clId="{86BCE291-76A7-405F-9595-F6A0B4ED5735}" dt="2025-11-27T11:51:41.445" v="3258" actId="478"/>
          <ac:graphicFrameMkLst>
            <pc:docMk/>
            <pc:sldMk cId="3986762333" sldId="2972"/>
            <ac:graphicFrameMk id="22" creationId="{9AA87706-1803-819D-D21E-628D774EFEDA}"/>
          </ac:graphicFrameMkLst>
        </pc:graphicFrameChg>
        <pc:graphicFrameChg chg="del mod topLvl">
          <ac:chgData name="Seunghun Jang" userId="3fc171b04cfc4c4d" providerId="LiveId" clId="{86BCE291-76A7-405F-9595-F6A0B4ED5735}" dt="2025-11-27T11:51:36.682" v="3255" actId="478"/>
          <ac:graphicFrameMkLst>
            <pc:docMk/>
            <pc:sldMk cId="3986762333" sldId="2972"/>
            <ac:graphicFrameMk id="23" creationId="{AAED140B-5637-EA49-F0FF-8766548A744B}"/>
          </ac:graphicFrameMkLst>
        </pc:graphicFrameChg>
        <pc:graphicFrameChg chg="del mod topLvl">
          <ac:chgData name="Seunghun Jang" userId="3fc171b04cfc4c4d" providerId="LiveId" clId="{86BCE291-76A7-405F-9595-F6A0B4ED5735}" dt="2025-11-27T11:51:36.196" v="3254" actId="478"/>
          <ac:graphicFrameMkLst>
            <pc:docMk/>
            <pc:sldMk cId="3986762333" sldId="2972"/>
            <ac:graphicFrameMk id="24" creationId="{98337154-661A-EEF2-0B7F-614D9EBE0A69}"/>
          </ac:graphicFrameMkLst>
        </pc:graphicFrameChg>
        <pc:graphicFrameChg chg="add del mod">
          <ac:chgData name="Seunghun Jang" userId="3fc171b04cfc4c4d" providerId="LiveId" clId="{86BCE291-76A7-405F-9595-F6A0B4ED5735}" dt="2025-11-27T13:09:39.623" v="4608" actId="478"/>
          <ac:graphicFrameMkLst>
            <pc:docMk/>
            <pc:sldMk cId="3986762333" sldId="2972"/>
            <ac:graphicFrameMk id="25" creationId="{F66CEE95-8B61-5E2A-EECB-C525A9C2C378}"/>
          </ac:graphicFrameMkLst>
        </pc:graphicFrameChg>
        <pc:graphicFrameChg chg="del mod topLvl">
          <ac:chgData name="Seunghun Jang" userId="3fc171b04cfc4c4d" providerId="LiveId" clId="{86BCE291-76A7-405F-9595-F6A0B4ED5735}" dt="2025-11-27T13:10:46.123" v="4622" actId="478"/>
          <ac:graphicFrameMkLst>
            <pc:docMk/>
            <pc:sldMk cId="3986762333" sldId="2972"/>
            <ac:graphicFrameMk id="33" creationId="{FA8B9868-E5AE-65E7-5F20-066B33762744}"/>
          </ac:graphicFrameMkLst>
        </pc:graphicFrameChg>
        <pc:graphicFrameChg chg="del mod topLvl">
          <ac:chgData name="Seunghun Jang" userId="3fc171b04cfc4c4d" providerId="LiveId" clId="{86BCE291-76A7-405F-9595-F6A0B4ED5735}" dt="2025-11-27T11:51:41.445" v="3258" actId="478"/>
          <ac:graphicFrameMkLst>
            <pc:docMk/>
            <pc:sldMk cId="3986762333" sldId="2972"/>
            <ac:graphicFrameMk id="34" creationId="{6240B0DF-EDCE-9E2D-E77E-106AA44780E0}"/>
          </ac:graphicFrameMkLst>
        </pc:graphicFrameChg>
        <pc:graphicFrameChg chg="del mod topLvl">
          <ac:chgData name="Seunghun Jang" userId="3fc171b04cfc4c4d" providerId="LiveId" clId="{86BCE291-76A7-405F-9595-F6A0B4ED5735}" dt="2025-11-27T13:10:50.585" v="4623" actId="478"/>
          <ac:graphicFrameMkLst>
            <pc:docMk/>
            <pc:sldMk cId="3986762333" sldId="2972"/>
            <ac:graphicFrameMk id="34" creationId="{E809EF4E-EB9D-4D16-1671-B7D1E3E37A94}"/>
          </ac:graphicFrameMkLst>
        </pc:graphicFrameChg>
        <pc:graphicFrameChg chg="del mod topLvl">
          <ac:chgData name="Seunghun Jang" userId="3fc171b04cfc4c4d" providerId="LiveId" clId="{86BCE291-76A7-405F-9595-F6A0B4ED5735}" dt="2025-11-27T13:10:53.573" v="4628" actId="478"/>
          <ac:graphicFrameMkLst>
            <pc:docMk/>
            <pc:sldMk cId="3986762333" sldId="2972"/>
            <ac:graphicFrameMk id="35" creationId="{4AE7FC39-BC5F-4156-259E-93091FDF6F10}"/>
          </ac:graphicFrameMkLst>
        </pc:graphicFrameChg>
        <pc:graphicFrameChg chg="del mod topLvl">
          <ac:chgData name="Seunghun Jang" userId="3fc171b04cfc4c4d" providerId="LiveId" clId="{86BCE291-76A7-405F-9595-F6A0B4ED5735}" dt="2025-11-27T11:51:41.445" v="3258" actId="478"/>
          <ac:graphicFrameMkLst>
            <pc:docMk/>
            <pc:sldMk cId="3986762333" sldId="2972"/>
            <ac:graphicFrameMk id="35" creationId="{AA24BAFD-BE7D-2EC5-0991-D29A0409D9A0}"/>
          </ac:graphicFrameMkLst>
        </pc:graphicFrameChg>
        <pc:graphicFrameChg chg="del mod topLvl">
          <ac:chgData name="Seunghun Jang" userId="3fc171b04cfc4c4d" providerId="LiveId" clId="{86BCE291-76A7-405F-9595-F6A0B4ED5735}" dt="2025-11-27T11:51:41.445" v="3258" actId="478"/>
          <ac:graphicFrameMkLst>
            <pc:docMk/>
            <pc:sldMk cId="3986762333" sldId="2972"/>
            <ac:graphicFrameMk id="36" creationId="{994F2999-812E-475B-455A-9EF27E64854E}"/>
          </ac:graphicFrameMkLst>
        </pc:graphicFrameChg>
        <pc:graphicFrameChg chg="del mod topLvl">
          <ac:chgData name="Seunghun Jang" userId="3fc171b04cfc4c4d" providerId="LiveId" clId="{86BCE291-76A7-405F-9595-F6A0B4ED5735}" dt="2025-11-27T13:10:46.123" v="4622" actId="478"/>
          <ac:graphicFrameMkLst>
            <pc:docMk/>
            <pc:sldMk cId="3986762333" sldId="2972"/>
            <ac:graphicFrameMk id="42" creationId="{181C085A-1F0E-9649-336F-E15543ABE4C9}"/>
          </ac:graphicFrameMkLst>
        </pc:graphicFrameChg>
        <pc:graphicFrameChg chg="del mod topLvl">
          <ac:chgData name="Seunghun Jang" userId="3fc171b04cfc4c4d" providerId="LiveId" clId="{86BCE291-76A7-405F-9595-F6A0B4ED5735}" dt="2025-11-27T13:10:46.123" v="4622" actId="478"/>
          <ac:graphicFrameMkLst>
            <pc:docMk/>
            <pc:sldMk cId="3986762333" sldId="2972"/>
            <ac:graphicFrameMk id="43" creationId="{ECADC625-4C16-A2E8-73D2-2C99792ED665}"/>
          </ac:graphicFrameMkLst>
        </pc:graphicFrameChg>
        <pc:graphicFrameChg chg="del mod topLvl">
          <ac:chgData name="Seunghun Jang" userId="3fc171b04cfc4c4d" providerId="LiveId" clId="{86BCE291-76A7-405F-9595-F6A0B4ED5735}" dt="2025-11-27T13:10:46.123" v="4622" actId="478"/>
          <ac:graphicFrameMkLst>
            <pc:docMk/>
            <pc:sldMk cId="3986762333" sldId="2972"/>
            <ac:graphicFrameMk id="44" creationId="{742054AE-0170-D8D9-A9AC-E9259622089E}"/>
          </ac:graphicFrameMkLst>
        </pc:graphicFrameChg>
        <pc:graphicFrameChg chg="add del mod modGraphic">
          <ac:chgData name="Seunghun Jang" userId="3fc171b04cfc4c4d" providerId="LiveId" clId="{86BCE291-76A7-405F-9595-F6A0B4ED5735}" dt="2025-11-27T13:14:24.396" v="4867" actId="478"/>
          <ac:graphicFrameMkLst>
            <pc:docMk/>
            <pc:sldMk cId="3986762333" sldId="2972"/>
            <ac:graphicFrameMk id="57" creationId="{CD4008F5-9DE4-4816-4DFB-88A99AB390AB}"/>
          </ac:graphicFrameMkLst>
        </pc:graphicFrameChg>
        <pc:graphicFrameChg chg="add del mod">
          <ac:chgData name="Seunghun Jang" userId="3fc171b04cfc4c4d" providerId="LiveId" clId="{86BCE291-76A7-405F-9595-F6A0B4ED5735}" dt="2025-11-27T13:43:55.821" v="5669" actId="164"/>
          <ac:graphicFrameMkLst>
            <pc:docMk/>
            <pc:sldMk cId="3986762333" sldId="2972"/>
            <ac:graphicFrameMk id="71" creationId="{348B23A6-742C-5D45-1418-E78B2EB5727C}"/>
          </ac:graphicFrameMkLst>
        </pc:graphicFrameChg>
        <pc:graphicFrameChg chg="add mod topLvl">
          <ac:chgData name="Seunghun Jang" userId="3fc171b04cfc4c4d" providerId="LiveId" clId="{86BCE291-76A7-405F-9595-F6A0B4ED5735}" dt="2025-11-27T13:10:04.899" v="4609" actId="164"/>
          <ac:graphicFrameMkLst>
            <pc:docMk/>
            <pc:sldMk cId="3986762333" sldId="2972"/>
            <ac:graphicFrameMk id="72" creationId="{0E9F3832-FF50-BB43-E74D-68ADECE74885}"/>
          </ac:graphicFrameMkLst>
        </pc:graphicFrameChg>
        <pc:graphicFrameChg chg="add mod topLvl">
          <ac:chgData name="Seunghun Jang" userId="3fc171b04cfc4c4d" providerId="LiveId" clId="{86BCE291-76A7-405F-9595-F6A0B4ED5735}" dt="2025-11-27T13:10:04.899" v="4609" actId="164"/>
          <ac:graphicFrameMkLst>
            <pc:docMk/>
            <pc:sldMk cId="3986762333" sldId="2972"/>
            <ac:graphicFrameMk id="75" creationId="{64F88CA1-215A-E821-FF76-6F2A589BEE65}"/>
          </ac:graphicFrameMkLst>
        </pc:graphicFrameChg>
        <pc:graphicFrameChg chg="mod">
          <ac:chgData name="Seunghun Jang" userId="3fc171b04cfc4c4d" providerId="LiveId" clId="{86BCE291-76A7-405F-9595-F6A0B4ED5735}" dt="2025-11-27T13:00:53.117" v="4517" actId="571"/>
          <ac:graphicFrameMkLst>
            <pc:docMk/>
            <pc:sldMk cId="3986762333" sldId="2972"/>
            <ac:graphicFrameMk id="91" creationId="{B2EDB62F-CAAF-7B70-D0AE-991248DD4A99}"/>
          </ac:graphicFrameMkLst>
        </pc:graphicFrameChg>
        <pc:graphicFrameChg chg="mod">
          <ac:chgData name="Seunghun Jang" userId="3fc171b04cfc4c4d" providerId="LiveId" clId="{86BCE291-76A7-405F-9595-F6A0B4ED5735}" dt="2025-11-27T13:00:53.117" v="4517" actId="571"/>
          <ac:graphicFrameMkLst>
            <pc:docMk/>
            <pc:sldMk cId="3986762333" sldId="2972"/>
            <ac:graphicFrameMk id="93" creationId="{9563E07E-B789-5317-C373-E3FE813AB059}"/>
          </ac:graphicFrameMkLst>
        </pc:graphicFrameChg>
        <pc:picChg chg="del mod">
          <ac:chgData name="Seunghun Jang" userId="3fc171b04cfc4c4d" providerId="LiveId" clId="{86BCE291-76A7-405F-9595-F6A0B4ED5735}" dt="2025-11-27T11:51:26.421" v="3231" actId="478"/>
          <ac:picMkLst>
            <pc:docMk/>
            <pc:sldMk cId="3986762333" sldId="2972"/>
            <ac:picMk id="41" creationId="{21CD026F-8EE3-E8D1-E24F-1B6508FE57A0}"/>
          </ac:picMkLst>
        </pc:picChg>
        <pc:picChg chg="del mod">
          <ac:chgData name="Seunghun Jang" userId="3fc171b04cfc4c4d" providerId="LiveId" clId="{86BCE291-76A7-405F-9595-F6A0B4ED5735}" dt="2025-11-27T13:10:32.236" v="4615" actId="478"/>
          <ac:picMkLst>
            <pc:docMk/>
            <pc:sldMk cId="3986762333" sldId="2972"/>
            <ac:picMk id="52" creationId="{8E3640F3-2081-AAEC-B6E1-5EAC5B919AF4}"/>
          </ac:picMkLst>
        </pc:picChg>
        <pc:cxnChg chg="add mod">
          <ac:chgData name="Seunghun Jang" userId="3fc171b04cfc4c4d" providerId="LiveId" clId="{86BCE291-76A7-405F-9595-F6A0B4ED5735}" dt="2025-11-27T13:08:22.693" v="4592" actId="571"/>
          <ac:cxnSpMkLst>
            <pc:docMk/>
            <pc:sldMk cId="3986762333" sldId="2972"/>
            <ac:cxnSpMk id="10" creationId="{501C53C6-D97D-B2D4-CD52-41D853B680CD}"/>
          </ac:cxnSpMkLst>
        </pc:cxnChg>
        <pc:cxnChg chg="add mod">
          <ac:chgData name="Seunghun Jang" userId="3fc171b04cfc4c4d" providerId="LiveId" clId="{86BCE291-76A7-405F-9595-F6A0B4ED5735}" dt="2025-11-27T13:08:22.693" v="4592" actId="571"/>
          <ac:cxnSpMkLst>
            <pc:docMk/>
            <pc:sldMk cId="3986762333" sldId="2972"/>
            <ac:cxnSpMk id="14" creationId="{4EF9C84C-898A-5824-F9F7-B8842F4C0B74}"/>
          </ac:cxnSpMkLst>
        </pc:cxnChg>
        <pc:cxnChg chg="add mod">
          <ac:chgData name="Seunghun Jang" userId="3fc171b04cfc4c4d" providerId="LiveId" clId="{86BCE291-76A7-405F-9595-F6A0B4ED5735}" dt="2025-11-27T13:08:22.693" v="4592" actId="571"/>
          <ac:cxnSpMkLst>
            <pc:docMk/>
            <pc:sldMk cId="3986762333" sldId="2972"/>
            <ac:cxnSpMk id="16" creationId="{1E3AE258-E3A6-8678-E45A-2FBD17F22917}"/>
          </ac:cxnSpMkLst>
        </pc:cxnChg>
        <pc:cxnChg chg="add mod">
          <ac:chgData name="Seunghun Jang" userId="3fc171b04cfc4c4d" providerId="LiveId" clId="{86BCE291-76A7-405F-9595-F6A0B4ED5735}" dt="2025-11-27T13:08:22.693" v="4592" actId="571"/>
          <ac:cxnSpMkLst>
            <pc:docMk/>
            <pc:sldMk cId="3986762333" sldId="2972"/>
            <ac:cxnSpMk id="18" creationId="{69192F1C-D0FF-D36D-C1DB-CF5BC5FFDB7C}"/>
          </ac:cxnSpMkLst>
        </pc:cxnChg>
        <pc:cxnChg chg="del mod topLvl">
          <ac:chgData name="Seunghun Jang" userId="3fc171b04cfc4c4d" providerId="LiveId" clId="{86BCE291-76A7-405F-9595-F6A0B4ED5735}" dt="2025-11-27T11:51:41.445" v="3258" actId="478"/>
          <ac:cxnSpMkLst>
            <pc:docMk/>
            <pc:sldMk cId="3986762333" sldId="2972"/>
            <ac:cxnSpMk id="19" creationId="{19AB472E-043D-B8C7-B8AB-552248858C5E}"/>
          </ac:cxnSpMkLst>
        </pc:cxnChg>
        <pc:cxnChg chg="add mod">
          <ac:chgData name="Seunghun Jang" userId="3fc171b04cfc4c4d" providerId="LiveId" clId="{86BCE291-76A7-405F-9595-F6A0B4ED5735}" dt="2025-11-27T13:08:22.693" v="4592" actId="571"/>
          <ac:cxnSpMkLst>
            <pc:docMk/>
            <pc:sldMk cId="3986762333" sldId="2972"/>
            <ac:cxnSpMk id="19" creationId="{2C607817-62DE-E865-6977-0C9BA0732428}"/>
          </ac:cxnSpMkLst>
        </pc:cxnChg>
        <pc:cxnChg chg="add mod">
          <ac:chgData name="Seunghun Jang" userId="3fc171b04cfc4c4d" providerId="LiveId" clId="{86BCE291-76A7-405F-9595-F6A0B4ED5735}" dt="2025-11-27T13:08:22.693" v="4592" actId="571"/>
          <ac:cxnSpMkLst>
            <pc:docMk/>
            <pc:sldMk cId="3986762333" sldId="2972"/>
            <ac:cxnSpMk id="20" creationId="{BDFDB58F-D28C-F575-0247-2D8133F4D177}"/>
          </ac:cxnSpMkLst>
        </pc:cxnChg>
        <pc:cxnChg chg="add del mod">
          <ac:chgData name="Seunghun Jang" userId="3fc171b04cfc4c4d" providerId="LiveId" clId="{86BCE291-76A7-405F-9595-F6A0B4ED5735}" dt="2025-11-27T13:09:39.623" v="4608" actId="478"/>
          <ac:cxnSpMkLst>
            <pc:docMk/>
            <pc:sldMk cId="3986762333" sldId="2972"/>
            <ac:cxnSpMk id="24" creationId="{CBDDD77D-FBA3-AD3E-B76A-4032CD6EC697}"/>
          </ac:cxnSpMkLst>
        </pc:cxnChg>
        <pc:cxnChg chg="del mod topLvl">
          <ac:chgData name="Seunghun Jang" userId="3fc171b04cfc4c4d" providerId="LiveId" clId="{86BCE291-76A7-405F-9595-F6A0B4ED5735}" dt="2025-11-27T11:51:41.445" v="3258" actId="478"/>
          <ac:cxnSpMkLst>
            <pc:docMk/>
            <pc:sldMk cId="3986762333" sldId="2972"/>
            <ac:cxnSpMk id="29" creationId="{01E5140A-9193-08BF-2B45-81B1E859D866}"/>
          </ac:cxnSpMkLst>
        </pc:cxnChg>
        <pc:cxnChg chg="del mod topLvl">
          <ac:chgData name="Seunghun Jang" userId="3fc171b04cfc4c4d" providerId="LiveId" clId="{86BCE291-76A7-405F-9595-F6A0B4ED5735}" dt="2025-11-27T13:10:46.123" v="4622" actId="478"/>
          <ac:cxnSpMkLst>
            <pc:docMk/>
            <pc:sldMk cId="3986762333" sldId="2972"/>
            <ac:cxnSpMk id="31" creationId="{48450120-BC9E-FE41-BC6C-BB0ACB969CBC}"/>
          </ac:cxnSpMkLst>
        </pc:cxnChg>
        <pc:cxnChg chg="del mod topLvl">
          <ac:chgData name="Seunghun Jang" userId="3fc171b04cfc4c4d" providerId="LiveId" clId="{86BCE291-76A7-405F-9595-F6A0B4ED5735}" dt="2025-11-27T13:10:46.123" v="4622" actId="478"/>
          <ac:cxnSpMkLst>
            <pc:docMk/>
            <pc:sldMk cId="3986762333" sldId="2972"/>
            <ac:cxnSpMk id="39" creationId="{AB285836-4A2B-F8BE-086D-60CC20D8E71C}"/>
          </ac:cxnSpMkLst>
        </pc:cxnChg>
        <pc:cxnChg chg="add mod topLvl">
          <ac:chgData name="Seunghun Jang" userId="3fc171b04cfc4c4d" providerId="LiveId" clId="{86BCE291-76A7-405F-9595-F6A0B4ED5735}" dt="2025-11-27T13:10:04.899" v="4609" actId="164"/>
          <ac:cxnSpMkLst>
            <pc:docMk/>
            <pc:sldMk cId="3986762333" sldId="2972"/>
            <ac:cxnSpMk id="56" creationId="{BDBC6C76-E57A-141A-11C3-D3BC6A80EC80}"/>
          </ac:cxnSpMkLst>
        </pc:cxnChg>
        <pc:cxnChg chg="add mod topLvl">
          <ac:chgData name="Seunghun Jang" userId="3fc171b04cfc4c4d" providerId="LiveId" clId="{86BCE291-76A7-405F-9595-F6A0B4ED5735}" dt="2025-11-27T13:10:04.899" v="4609" actId="164"/>
          <ac:cxnSpMkLst>
            <pc:docMk/>
            <pc:sldMk cId="3986762333" sldId="2972"/>
            <ac:cxnSpMk id="69" creationId="{0EAF7AAA-F26B-FEC8-54C9-C5CDF980BC68}"/>
          </ac:cxnSpMkLst>
        </pc:cxnChg>
        <pc:cxnChg chg="add mod topLvl">
          <ac:chgData name="Seunghun Jang" userId="3fc171b04cfc4c4d" providerId="LiveId" clId="{86BCE291-76A7-405F-9595-F6A0B4ED5735}" dt="2025-11-27T13:10:04.899" v="4609" actId="164"/>
          <ac:cxnSpMkLst>
            <pc:docMk/>
            <pc:sldMk cId="3986762333" sldId="2972"/>
            <ac:cxnSpMk id="74" creationId="{ADE6AFD5-317E-0749-9A3D-14ADDD21BFE9}"/>
          </ac:cxnSpMkLst>
        </pc:cxnChg>
        <pc:cxnChg chg="add mod topLvl">
          <ac:chgData name="Seunghun Jang" userId="3fc171b04cfc4c4d" providerId="LiveId" clId="{86BCE291-76A7-405F-9595-F6A0B4ED5735}" dt="2025-11-27T13:10:04.899" v="4609" actId="164"/>
          <ac:cxnSpMkLst>
            <pc:docMk/>
            <pc:sldMk cId="3986762333" sldId="2972"/>
            <ac:cxnSpMk id="79" creationId="{DEFA6970-6B0C-2AFA-7F97-7FE78EE774D8}"/>
          </ac:cxnSpMkLst>
        </pc:cxnChg>
        <pc:cxnChg chg="add mod topLvl">
          <ac:chgData name="Seunghun Jang" userId="3fc171b04cfc4c4d" providerId="LiveId" clId="{86BCE291-76A7-405F-9595-F6A0B4ED5735}" dt="2025-11-27T13:10:04.899" v="4609" actId="164"/>
          <ac:cxnSpMkLst>
            <pc:docMk/>
            <pc:sldMk cId="3986762333" sldId="2972"/>
            <ac:cxnSpMk id="81" creationId="{2D3E7312-AEB7-3E82-B967-18010E16A767}"/>
          </ac:cxnSpMkLst>
        </pc:cxnChg>
        <pc:cxnChg chg="add mod topLvl">
          <ac:chgData name="Seunghun Jang" userId="3fc171b04cfc4c4d" providerId="LiveId" clId="{86BCE291-76A7-405F-9595-F6A0B4ED5735}" dt="2025-11-27T13:10:04.899" v="4609" actId="164"/>
          <ac:cxnSpMkLst>
            <pc:docMk/>
            <pc:sldMk cId="3986762333" sldId="2972"/>
            <ac:cxnSpMk id="82" creationId="{B6A128FB-6E57-9DBC-BFED-AAD53FC7B570}"/>
          </ac:cxnSpMkLst>
        </pc:cxnChg>
        <pc:cxnChg chg="mod">
          <ac:chgData name="Seunghun Jang" userId="3fc171b04cfc4c4d" providerId="LiveId" clId="{86BCE291-76A7-405F-9595-F6A0B4ED5735}" dt="2025-11-27T13:00:53.117" v="4517" actId="571"/>
          <ac:cxnSpMkLst>
            <pc:docMk/>
            <pc:sldMk cId="3986762333" sldId="2972"/>
            <ac:cxnSpMk id="90" creationId="{6CCF5A52-8990-A6B1-6EB2-0C91EF086AA1}"/>
          </ac:cxnSpMkLst>
        </pc:cxnChg>
        <pc:cxnChg chg="mod">
          <ac:chgData name="Seunghun Jang" userId="3fc171b04cfc4c4d" providerId="LiveId" clId="{86BCE291-76A7-405F-9595-F6A0B4ED5735}" dt="2025-11-27T13:00:53.117" v="4517" actId="571"/>
          <ac:cxnSpMkLst>
            <pc:docMk/>
            <pc:sldMk cId="3986762333" sldId="2972"/>
            <ac:cxnSpMk id="92" creationId="{F196F04F-E7E3-3019-D52F-81039AA815CF}"/>
          </ac:cxnSpMkLst>
        </pc:cxnChg>
        <pc:cxnChg chg="mod">
          <ac:chgData name="Seunghun Jang" userId="3fc171b04cfc4c4d" providerId="LiveId" clId="{86BCE291-76A7-405F-9595-F6A0B4ED5735}" dt="2025-11-27T13:00:53.117" v="4517" actId="571"/>
          <ac:cxnSpMkLst>
            <pc:docMk/>
            <pc:sldMk cId="3986762333" sldId="2972"/>
            <ac:cxnSpMk id="94" creationId="{58FC31EE-EE14-FFB6-3E1B-681607DFBB93}"/>
          </ac:cxnSpMkLst>
        </pc:cxnChg>
        <pc:cxnChg chg="mod">
          <ac:chgData name="Seunghun Jang" userId="3fc171b04cfc4c4d" providerId="LiveId" clId="{86BCE291-76A7-405F-9595-F6A0B4ED5735}" dt="2025-11-27T13:00:53.117" v="4517" actId="571"/>
          <ac:cxnSpMkLst>
            <pc:docMk/>
            <pc:sldMk cId="3986762333" sldId="2972"/>
            <ac:cxnSpMk id="95" creationId="{5D3BEF7A-1A32-7313-1D44-1BCE2F9ECC4C}"/>
          </ac:cxnSpMkLst>
        </pc:cxnChg>
        <pc:cxnChg chg="mod">
          <ac:chgData name="Seunghun Jang" userId="3fc171b04cfc4c4d" providerId="LiveId" clId="{86BCE291-76A7-405F-9595-F6A0B4ED5735}" dt="2025-11-27T13:00:53.117" v="4517" actId="571"/>
          <ac:cxnSpMkLst>
            <pc:docMk/>
            <pc:sldMk cId="3986762333" sldId="2972"/>
            <ac:cxnSpMk id="96" creationId="{BAD5BB15-6077-8EED-D193-8F3C1A8122FD}"/>
          </ac:cxnSpMkLst>
        </pc:cxnChg>
        <pc:cxnChg chg="mod">
          <ac:chgData name="Seunghun Jang" userId="3fc171b04cfc4c4d" providerId="LiveId" clId="{86BCE291-76A7-405F-9595-F6A0B4ED5735}" dt="2025-11-27T13:00:53.117" v="4517" actId="571"/>
          <ac:cxnSpMkLst>
            <pc:docMk/>
            <pc:sldMk cId="3986762333" sldId="2972"/>
            <ac:cxnSpMk id="98" creationId="{B5EE7B0D-5846-17CD-67D5-839A3445421B}"/>
          </ac:cxnSpMkLst>
        </pc:cxnChg>
      </pc:sldChg>
      <pc:sldChg chg="addSp delSp modSp add mod">
        <pc:chgData name="Seunghun Jang" userId="3fc171b04cfc4c4d" providerId="LiveId" clId="{86BCE291-76A7-405F-9595-F6A0B4ED5735}" dt="2025-11-28T05:18:23.336" v="11892" actId="20577"/>
        <pc:sldMkLst>
          <pc:docMk/>
          <pc:sldMk cId="4211560582" sldId="2973"/>
        </pc:sldMkLst>
        <pc:spChg chg="mod">
          <ac:chgData name="Seunghun Jang" userId="3fc171b04cfc4c4d" providerId="LiveId" clId="{86BCE291-76A7-405F-9595-F6A0B4ED5735}" dt="2025-11-28T05:18:23.336" v="11892" actId="20577"/>
          <ac:spMkLst>
            <pc:docMk/>
            <pc:sldMk cId="4211560582" sldId="2973"/>
            <ac:spMk id="2" creationId="{54E062B6-3DF8-9843-53DC-9B6AAED9181C}"/>
          </ac:spMkLst>
        </pc:spChg>
        <pc:spChg chg="mod">
          <ac:chgData name="Seunghun Jang" userId="3fc171b04cfc4c4d" providerId="LiveId" clId="{86BCE291-76A7-405F-9595-F6A0B4ED5735}" dt="2025-11-27T15:46:49.915" v="9027" actId="113"/>
          <ac:spMkLst>
            <pc:docMk/>
            <pc:sldMk cId="4211560582" sldId="2973"/>
            <ac:spMk id="3" creationId="{8C772709-6B95-4AF2-E1D7-35059EE79EAD}"/>
          </ac:spMkLst>
        </pc:spChg>
        <pc:spChg chg="del">
          <ac:chgData name="Seunghun Jang" userId="3fc171b04cfc4c4d" providerId="LiveId" clId="{86BCE291-76A7-405F-9595-F6A0B4ED5735}" dt="2025-11-27T14:44:19.580" v="6890" actId="478"/>
          <ac:spMkLst>
            <pc:docMk/>
            <pc:sldMk cId="4211560582" sldId="2973"/>
            <ac:spMk id="4" creationId="{B445CAFA-6016-87B6-C69A-7B97718DAE20}"/>
          </ac:spMkLst>
        </pc:spChg>
        <pc:spChg chg="mod">
          <ac:chgData name="Seunghun Jang" userId="3fc171b04cfc4c4d" providerId="LiveId" clId="{86BCE291-76A7-405F-9595-F6A0B4ED5735}" dt="2025-11-27T14:42:44.383" v="6874" actId="20577"/>
          <ac:spMkLst>
            <pc:docMk/>
            <pc:sldMk cId="4211560582" sldId="2973"/>
            <ac:spMk id="6" creationId="{925DC3B3-ECD0-84A2-7369-08F73063B5E7}"/>
          </ac:spMkLst>
        </pc:spChg>
        <pc:spChg chg="add del mod">
          <ac:chgData name="Seunghun Jang" userId="3fc171b04cfc4c4d" providerId="LiveId" clId="{86BCE291-76A7-405F-9595-F6A0B4ED5735}" dt="2025-11-27T14:44:20.929" v="6891" actId="478"/>
          <ac:spMkLst>
            <pc:docMk/>
            <pc:sldMk cId="4211560582" sldId="2973"/>
            <ac:spMk id="9" creationId="{194C6287-666C-7625-D3DC-67EC06E88609}"/>
          </ac:spMkLst>
        </pc:spChg>
        <pc:spChg chg="mod topLvl">
          <ac:chgData name="Seunghun Jang" userId="3fc171b04cfc4c4d" providerId="LiveId" clId="{86BCE291-76A7-405F-9595-F6A0B4ED5735}" dt="2025-11-27T15:47:03.014" v="9047" actId="1038"/>
          <ac:spMkLst>
            <pc:docMk/>
            <pc:sldMk cId="4211560582" sldId="2973"/>
            <ac:spMk id="12" creationId="{98FE6561-1672-FC5F-9AC2-39EFB39D35B3}"/>
          </ac:spMkLst>
        </pc:spChg>
        <pc:spChg chg="del mod topLvl">
          <ac:chgData name="Seunghun Jang" userId="3fc171b04cfc4c4d" providerId="LiveId" clId="{86BCE291-76A7-405F-9595-F6A0B4ED5735}" dt="2025-11-27T15:02:37.646" v="7391" actId="478"/>
          <ac:spMkLst>
            <pc:docMk/>
            <pc:sldMk cId="4211560582" sldId="2973"/>
            <ac:spMk id="13" creationId="{CD5B0978-F8AB-2441-9A34-5982349A6422}"/>
          </ac:spMkLst>
        </pc:spChg>
        <pc:spChg chg="add del mod topLvl">
          <ac:chgData name="Seunghun Jang" userId="3fc171b04cfc4c4d" providerId="LiveId" clId="{86BCE291-76A7-405F-9595-F6A0B4ED5735}" dt="2025-11-27T15:47:03.014" v="9047" actId="1038"/>
          <ac:spMkLst>
            <pc:docMk/>
            <pc:sldMk cId="4211560582" sldId="2973"/>
            <ac:spMk id="14" creationId="{D9555ACB-B769-6963-E9B9-E4FDE1362E1C}"/>
          </ac:spMkLst>
        </pc:spChg>
        <pc:spChg chg="del mod topLvl">
          <ac:chgData name="Seunghun Jang" userId="3fc171b04cfc4c4d" providerId="LiveId" clId="{86BCE291-76A7-405F-9595-F6A0B4ED5735}" dt="2025-11-27T15:02:35.260" v="7390" actId="478"/>
          <ac:spMkLst>
            <pc:docMk/>
            <pc:sldMk cId="4211560582" sldId="2973"/>
            <ac:spMk id="16" creationId="{3B76542F-04F9-1440-3460-1CBD9C5B0478}"/>
          </ac:spMkLst>
        </pc:spChg>
        <pc:spChg chg="del mod topLvl">
          <ac:chgData name="Seunghun Jang" userId="3fc171b04cfc4c4d" providerId="LiveId" clId="{86BCE291-76A7-405F-9595-F6A0B4ED5735}" dt="2025-11-27T15:02:32.860" v="7388" actId="478"/>
          <ac:spMkLst>
            <pc:docMk/>
            <pc:sldMk cId="4211560582" sldId="2973"/>
            <ac:spMk id="20" creationId="{BDB77A3B-9C35-A6B6-D5E8-2F933033F6FE}"/>
          </ac:spMkLst>
        </pc:spChg>
        <pc:spChg chg="del mod topLvl">
          <ac:chgData name="Seunghun Jang" userId="3fc171b04cfc4c4d" providerId="LiveId" clId="{86BCE291-76A7-405F-9595-F6A0B4ED5735}" dt="2025-11-27T15:02:30.335" v="7386" actId="478"/>
          <ac:spMkLst>
            <pc:docMk/>
            <pc:sldMk cId="4211560582" sldId="2973"/>
            <ac:spMk id="21" creationId="{A0F11507-4E05-C07A-D671-256DF1420562}"/>
          </ac:spMkLst>
        </pc:spChg>
        <pc:spChg chg="del mod topLvl">
          <ac:chgData name="Seunghun Jang" userId="3fc171b04cfc4c4d" providerId="LiveId" clId="{86BCE291-76A7-405F-9595-F6A0B4ED5735}" dt="2025-11-27T15:02:31.522" v="7387" actId="478"/>
          <ac:spMkLst>
            <pc:docMk/>
            <pc:sldMk cId="4211560582" sldId="2973"/>
            <ac:spMk id="22" creationId="{2608E044-222B-A99E-8A54-96CA5FC52496}"/>
          </ac:spMkLst>
        </pc:spChg>
        <pc:spChg chg="del mod topLvl">
          <ac:chgData name="Seunghun Jang" userId="3fc171b04cfc4c4d" providerId="LiveId" clId="{86BCE291-76A7-405F-9595-F6A0B4ED5735}" dt="2025-11-27T15:02:33.947" v="7389" actId="478"/>
          <ac:spMkLst>
            <pc:docMk/>
            <pc:sldMk cId="4211560582" sldId="2973"/>
            <ac:spMk id="24" creationId="{77AF17FC-3EF3-B90D-F09C-14CBF3C0B5E3}"/>
          </ac:spMkLst>
        </pc:spChg>
        <pc:spChg chg="del mod topLvl">
          <ac:chgData name="Seunghun Jang" userId="3fc171b04cfc4c4d" providerId="LiveId" clId="{86BCE291-76A7-405F-9595-F6A0B4ED5735}" dt="2025-11-27T15:02:35.260" v="7390" actId="478"/>
          <ac:spMkLst>
            <pc:docMk/>
            <pc:sldMk cId="4211560582" sldId="2973"/>
            <ac:spMk id="25" creationId="{1230A78F-3972-993A-CD6F-56C821E1E843}"/>
          </ac:spMkLst>
        </pc:spChg>
        <pc:spChg chg="del">
          <ac:chgData name="Seunghun Jang" userId="3fc171b04cfc4c4d" providerId="LiveId" clId="{86BCE291-76A7-405F-9595-F6A0B4ED5735}" dt="2025-11-27T14:42:20.456" v="6837" actId="478"/>
          <ac:spMkLst>
            <pc:docMk/>
            <pc:sldMk cId="4211560582" sldId="2973"/>
            <ac:spMk id="28" creationId="{B5434BB8-286D-4BFC-8627-D780F8342855}"/>
          </ac:spMkLst>
        </pc:spChg>
        <pc:spChg chg="del mod topLvl">
          <ac:chgData name="Seunghun Jang" userId="3fc171b04cfc4c4d" providerId="LiveId" clId="{86BCE291-76A7-405F-9595-F6A0B4ED5735}" dt="2025-11-27T15:02:35.260" v="7390" actId="478"/>
          <ac:spMkLst>
            <pc:docMk/>
            <pc:sldMk cId="4211560582" sldId="2973"/>
            <ac:spMk id="31" creationId="{ABF2E673-D5A7-A47F-1B4B-FEC8CCD2057A}"/>
          </ac:spMkLst>
        </pc:spChg>
        <pc:spChg chg="del mod topLvl">
          <ac:chgData name="Seunghun Jang" userId="3fc171b04cfc4c4d" providerId="LiveId" clId="{86BCE291-76A7-405F-9595-F6A0B4ED5735}" dt="2025-11-27T15:02:35.260" v="7390" actId="478"/>
          <ac:spMkLst>
            <pc:docMk/>
            <pc:sldMk cId="4211560582" sldId="2973"/>
            <ac:spMk id="32" creationId="{E1AED40F-67D3-3751-0012-73802CA96181}"/>
          </ac:spMkLst>
        </pc:spChg>
        <pc:spChg chg="del mod topLvl">
          <ac:chgData name="Seunghun Jang" userId="3fc171b04cfc4c4d" providerId="LiveId" clId="{86BCE291-76A7-405F-9595-F6A0B4ED5735}" dt="2025-11-27T15:02:22.911" v="7377" actId="478"/>
          <ac:spMkLst>
            <pc:docMk/>
            <pc:sldMk cId="4211560582" sldId="2973"/>
            <ac:spMk id="33" creationId="{B432A53B-2745-321E-9C2F-25ACA6B0C8B2}"/>
          </ac:spMkLst>
        </pc:spChg>
        <pc:spChg chg="del mod topLvl">
          <ac:chgData name="Seunghun Jang" userId="3fc171b04cfc4c4d" providerId="LiveId" clId="{86BCE291-76A7-405F-9595-F6A0B4ED5735}" dt="2025-11-27T15:02:35.260" v="7390" actId="478"/>
          <ac:spMkLst>
            <pc:docMk/>
            <pc:sldMk cId="4211560582" sldId="2973"/>
            <ac:spMk id="34" creationId="{378E0EC3-3A0F-6464-96AE-45BDCB780ED3}"/>
          </ac:spMkLst>
        </pc:spChg>
        <pc:spChg chg="del mod topLvl">
          <ac:chgData name="Seunghun Jang" userId="3fc171b04cfc4c4d" providerId="LiveId" clId="{86BCE291-76A7-405F-9595-F6A0B4ED5735}" dt="2025-11-27T15:02:27.022" v="7382" actId="478"/>
          <ac:spMkLst>
            <pc:docMk/>
            <pc:sldMk cId="4211560582" sldId="2973"/>
            <ac:spMk id="36" creationId="{1012A63F-4754-60B1-AB63-19DA23107ED1}"/>
          </ac:spMkLst>
        </pc:spChg>
        <pc:spChg chg="del mod topLvl">
          <ac:chgData name="Seunghun Jang" userId="3fc171b04cfc4c4d" providerId="LiveId" clId="{86BCE291-76A7-405F-9595-F6A0B4ED5735}" dt="2025-11-27T15:02:28.496" v="7384" actId="478"/>
          <ac:spMkLst>
            <pc:docMk/>
            <pc:sldMk cId="4211560582" sldId="2973"/>
            <ac:spMk id="37" creationId="{7D4B9807-9776-169C-AEB9-97EF223F691D}"/>
          </ac:spMkLst>
        </pc:spChg>
        <pc:spChg chg="del mod topLvl">
          <ac:chgData name="Seunghun Jang" userId="3fc171b04cfc4c4d" providerId="LiveId" clId="{86BCE291-76A7-405F-9595-F6A0B4ED5735}" dt="2025-11-27T15:02:27.847" v="7383" actId="478"/>
          <ac:spMkLst>
            <pc:docMk/>
            <pc:sldMk cId="4211560582" sldId="2973"/>
            <ac:spMk id="38" creationId="{505101DA-4E77-177F-EEC0-4E7F6343399E}"/>
          </ac:spMkLst>
        </pc:spChg>
        <pc:spChg chg="add del mod topLvl">
          <ac:chgData name="Seunghun Jang" userId="3fc171b04cfc4c4d" providerId="LiveId" clId="{86BCE291-76A7-405F-9595-F6A0B4ED5735}" dt="2025-11-27T15:26:17.536" v="8218" actId="478"/>
          <ac:spMkLst>
            <pc:docMk/>
            <pc:sldMk cId="4211560582" sldId="2973"/>
            <ac:spMk id="40" creationId="{96B14900-2A5A-3B9D-A98B-314DB5D8A42B}"/>
          </ac:spMkLst>
        </pc:spChg>
        <pc:spChg chg="mod">
          <ac:chgData name="Seunghun Jang" userId="3fc171b04cfc4c4d" providerId="LiveId" clId="{86BCE291-76A7-405F-9595-F6A0B4ED5735}" dt="2025-11-27T15:10:27.661" v="7565" actId="571"/>
          <ac:spMkLst>
            <pc:docMk/>
            <pc:sldMk cId="4211560582" sldId="2973"/>
            <ac:spMk id="43" creationId="{9BC05B0D-D68A-27DF-3FBB-322EF8556A58}"/>
          </ac:spMkLst>
        </pc:spChg>
        <pc:spChg chg="del">
          <ac:chgData name="Seunghun Jang" userId="3fc171b04cfc4c4d" providerId="LiveId" clId="{86BCE291-76A7-405F-9595-F6A0B4ED5735}" dt="2025-11-27T14:42:20.456" v="6837" actId="478"/>
          <ac:spMkLst>
            <pc:docMk/>
            <pc:sldMk cId="4211560582" sldId="2973"/>
            <ac:spMk id="45" creationId="{1A10A2BC-2C90-991F-8E28-48C62F528C9B}"/>
          </ac:spMkLst>
        </pc:spChg>
        <pc:spChg chg="mod">
          <ac:chgData name="Seunghun Jang" userId="3fc171b04cfc4c4d" providerId="LiveId" clId="{86BCE291-76A7-405F-9595-F6A0B4ED5735}" dt="2025-11-27T15:10:27.661" v="7565" actId="571"/>
          <ac:spMkLst>
            <pc:docMk/>
            <pc:sldMk cId="4211560582" sldId="2973"/>
            <ac:spMk id="46" creationId="{0C9DADED-5BFA-1577-9774-668736A5DC71}"/>
          </ac:spMkLst>
        </pc:spChg>
        <pc:spChg chg="mod topLvl">
          <ac:chgData name="Seunghun Jang" userId="3fc171b04cfc4c4d" providerId="LiveId" clId="{86BCE291-76A7-405F-9595-F6A0B4ED5735}" dt="2025-11-27T15:47:03.014" v="9047" actId="1038"/>
          <ac:spMkLst>
            <pc:docMk/>
            <pc:sldMk cId="4211560582" sldId="2973"/>
            <ac:spMk id="48" creationId="{7D8CB8C1-06D3-2C10-5524-FBE098B78A37}"/>
          </ac:spMkLst>
        </pc:spChg>
        <pc:spChg chg="del mod topLvl">
          <ac:chgData name="Seunghun Jang" userId="3fc171b04cfc4c4d" providerId="LiveId" clId="{86BCE291-76A7-405F-9595-F6A0B4ED5735}" dt="2025-11-27T15:26:56.742" v="8228" actId="478"/>
          <ac:spMkLst>
            <pc:docMk/>
            <pc:sldMk cId="4211560582" sldId="2973"/>
            <ac:spMk id="51" creationId="{FE43DA64-B94A-AD88-47C4-27CC45B67352}"/>
          </ac:spMkLst>
        </pc:spChg>
        <pc:spChg chg="add mod">
          <ac:chgData name="Seunghun Jang" userId="3fc171b04cfc4c4d" providerId="LiveId" clId="{86BCE291-76A7-405F-9595-F6A0B4ED5735}" dt="2025-11-28T03:56:12.631" v="11884" actId="207"/>
          <ac:spMkLst>
            <pc:docMk/>
            <pc:sldMk cId="4211560582" sldId="2973"/>
            <ac:spMk id="55" creationId="{D105EFA9-1E46-0ACC-72C0-0FA202571A46}"/>
          </ac:spMkLst>
        </pc:spChg>
        <pc:spChg chg="add del mod">
          <ac:chgData name="Seunghun Jang" userId="3fc171b04cfc4c4d" providerId="LiveId" clId="{86BCE291-76A7-405F-9595-F6A0B4ED5735}" dt="2025-11-27T15:21:05.266" v="7907" actId="478"/>
          <ac:spMkLst>
            <pc:docMk/>
            <pc:sldMk cId="4211560582" sldId="2973"/>
            <ac:spMk id="57" creationId="{288DA5FF-175D-94B6-9C5B-671234B99F79}"/>
          </ac:spMkLst>
        </pc:spChg>
        <pc:spChg chg="del">
          <ac:chgData name="Seunghun Jang" userId="3fc171b04cfc4c4d" providerId="LiveId" clId="{86BCE291-76A7-405F-9595-F6A0B4ED5735}" dt="2025-11-27T14:42:20.456" v="6837" actId="478"/>
          <ac:spMkLst>
            <pc:docMk/>
            <pc:sldMk cId="4211560582" sldId="2973"/>
            <ac:spMk id="62" creationId="{82F9C69C-CC2D-9DAF-719C-435FEDD39773}"/>
          </ac:spMkLst>
        </pc:spChg>
        <pc:spChg chg="add mod topLvl">
          <ac:chgData name="Seunghun Jang" userId="3fc171b04cfc4c4d" providerId="LiveId" clId="{86BCE291-76A7-405F-9595-F6A0B4ED5735}" dt="2025-11-27T15:47:03.014" v="9047" actId="1038"/>
          <ac:spMkLst>
            <pc:docMk/>
            <pc:sldMk cId="4211560582" sldId="2973"/>
            <ac:spMk id="63" creationId="{6DA02B30-8453-6106-D0F4-26650AB36F5D}"/>
          </ac:spMkLst>
        </pc:spChg>
        <pc:spChg chg="add mod topLvl">
          <ac:chgData name="Seunghun Jang" userId="3fc171b04cfc4c4d" providerId="LiveId" clId="{86BCE291-76A7-405F-9595-F6A0B4ED5735}" dt="2025-11-27T15:47:03.014" v="9047" actId="1038"/>
          <ac:spMkLst>
            <pc:docMk/>
            <pc:sldMk cId="4211560582" sldId="2973"/>
            <ac:spMk id="64" creationId="{6716C54D-1379-DD0F-DD1A-4612B10FCAAE}"/>
          </ac:spMkLst>
        </pc:spChg>
        <pc:spChg chg="add mod topLvl">
          <ac:chgData name="Seunghun Jang" userId="3fc171b04cfc4c4d" providerId="LiveId" clId="{86BCE291-76A7-405F-9595-F6A0B4ED5735}" dt="2025-11-27T15:47:03.014" v="9047" actId="1038"/>
          <ac:spMkLst>
            <pc:docMk/>
            <pc:sldMk cId="4211560582" sldId="2973"/>
            <ac:spMk id="66" creationId="{823B9B0F-3AB3-0B41-B6EA-26457C607831}"/>
          </ac:spMkLst>
        </pc:spChg>
        <pc:spChg chg="add mod topLvl">
          <ac:chgData name="Seunghun Jang" userId="3fc171b04cfc4c4d" providerId="LiveId" clId="{86BCE291-76A7-405F-9595-F6A0B4ED5735}" dt="2025-11-27T15:47:03.014" v="9047" actId="1038"/>
          <ac:spMkLst>
            <pc:docMk/>
            <pc:sldMk cId="4211560582" sldId="2973"/>
            <ac:spMk id="70" creationId="{0BDBFB8E-EA26-057E-DDCD-E7DBCD0C95BE}"/>
          </ac:spMkLst>
        </pc:spChg>
        <pc:spChg chg="add mod">
          <ac:chgData name="Seunghun Jang" userId="3fc171b04cfc4c4d" providerId="LiveId" clId="{86BCE291-76A7-405F-9595-F6A0B4ED5735}" dt="2025-11-27T15:29:44.329" v="8352"/>
          <ac:spMkLst>
            <pc:docMk/>
            <pc:sldMk cId="4211560582" sldId="2973"/>
            <ac:spMk id="76" creationId="{0628F236-102F-B7FC-5B33-20D1E735195F}"/>
          </ac:spMkLst>
        </pc:spChg>
        <pc:spChg chg="add mod topLvl">
          <ac:chgData name="Seunghun Jang" userId="3fc171b04cfc4c4d" providerId="LiveId" clId="{86BCE291-76A7-405F-9595-F6A0B4ED5735}" dt="2025-11-27T15:47:03.014" v="9047" actId="1038"/>
          <ac:spMkLst>
            <pc:docMk/>
            <pc:sldMk cId="4211560582" sldId="2973"/>
            <ac:spMk id="80" creationId="{0BBA962B-4FB9-B33A-91C4-BA4F996EE7A1}"/>
          </ac:spMkLst>
        </pc:spChg>
        <pc:spChg chg="add mod topLvl">
          <ac:chgData name="Seunghun Jang" userId="3fc171b04cfc4c4d" providerId="LiveId" clId="{86BCE291-76A7-405F-9595-F6A0B4ED5735}" dt="2025-11-27T15:47:03.014" v="9047" actId="1038"/>
          <ac:spMkLst>
            <pc:docMk/>
            <pc:sldMk cId="4211560582" sldId="2973"/>
            <ac:spMk id="83" creationId="{50E12C61-2355-5E39-EDC3-8A9A4A04BF28}"/>
          </ac:spMkLst>
        </pc:spChg>
        <pc:spChg chg="add mod topLvl">
          <ac:chgData name="Seunghun Jang" userId="3fc171b04cfc4c4d" providerId="LiveId" clId="{86BCE291-76A7-405F-9595-F6A0B4ED5735}" dt="2025-11-27T15:47:03.014" v="9047" actId="1038"/>
          <ac:spMkLst>
            <pc:docMk/>
            <pc:sldMk cId="4211560582" sldId="2973"/>
            <ac:spMk id="84" creationId="{8679445E-EE7E-DFD3-8F4F-5B71AD3DADF2}"/>
          </ac:spMkLst>
        </pc:spChg>
        <pc:spChg chg="add del mod">
          <ac:chgData name="Seunghun Jang" userId="3fc171b04cfc4c4d" providerId="LiveId" clId="{86BCE291-76A7-405F-9595-F6A0B4ED5735}" dt="2025-11-27T15:37:47.544" v="8742" actId="478"/>
          <ac:spMkLst>
            <pc:docMk/>
            <pc:sldMk cId="4211560582" sldId="2973"/>
            <ac:spMk id="94" creationId="{01FC12D0-D0AD-1440-8244-8C7B8A69ECE9}"/>
          </ac:spMkLst>
        </pc:spChg>
        <pc:spChg chg="add mod ord">
          <ac:chgData name="Seunghun Jang" userId="3fc171b04cfc4c4d" providerId="LiveId" clId="{86BCE291-76A7-405F-9595-F6A0B4ED5735}" dt="2025-11-27T15:36:02.621" v="8671" actId="164"/>
          <ac:spMkLst>
            <pc:docMk/>
            <pc:sldMk cId="4211560582" sldId="2973"/>
            <ac:spMk id="95" creationId="{367347B5-3249-4216-F995-9162C9C4C827}"/>
          </ac:spMkLst>
        </pc:spChg>
        <pc:spChg chg="add mod">
          <ac:chgData name="Seunghun Jang" userId="3fc171b04cfc4c4d" providerId="LiveId" clId="{86BCE291-76A7-405F-9595-F6A0B4ED5735}" dt="2025-11-27T15:41:22.931" v="8954" actId="20577"/>
          <ac:spMkLst>
            <pc:docMk/>
            <pc:sldMk cId="4211560582" sldId="2973"/>
            <ac:spMk id="96" creationId="{07633806-5CE6-8A49-1AD2-3AA83EC0A20A}"/>
          </ac:spMkLst>
        </pc:spChg>
        <pc:spChg chg="add mod">
          <ac:chgData name="Seunghun Jang" userId="3fc171b04cfc4c4d" providerId="LiveId" clId="{86BCE291-76A7-405F-9595-F6A0B4ED5735}" dt="2025-11-27T15:47:03.014" v="9047" actId="1038"/>
          <ac:spMkLst>
            <pc:docMk/>
            <pc:sldMk cId="4211560582" sldId="2973"/>
            <ac:spMk id="100" creationId="{98782CE8-EC6C-05FA-4983-B7672694DB7B}"/>
          </ac:spMkLst>
        </pc:spChg>
        <pc:spChg chg="add mod">
          <ac:chgData name="Seunghun Jang" userId="3fc171b04cfc4c4d" providerId="LiveId" clId="{86BCE291-76A7-405F-9595-F6A0B4ED5735}" dt="2025-11-28T03:55:27.366" v="11880" actId="1076"/>
          <ac:spMkLst>
            <pc:docMk/>
            <pc:sldMk cId="4211560582" sldId="2973"/>
            <ac:spMk id="101" creationId="{664A970E-178A-7F8B-D55A-2DF77F2E8811}"/>
          </ac:spMkLst>
        </pc:spChg>
        <pc:grpChg chg="add del mod">
          <ac:chgData name="Seunghun Jang" userId="3fc171b04cfc4c4d" providerId="LiveId" clId="{86BCE291-76A7-405F-9595-F6A0B4ED5735}" dt="2025-11-27T15:02:21.475" v="7376" actId="165"/>
          <ac:grpSpMkLst>
            <pc:docMk/>
            <pc:sldMk cId="4211560582" sldId="2973"/>
            <ac:grpSpMk id="11" creationId="{369FA179-FF84-7513-AFC8-D1609F545A95}"/>
          </ac:grpSpMkLst>
        </pc:grpChg>
        <pc:grpChg chg="add del mod">
          <ac:chgData name="Seunghun Jang" userId="3fc171b04cfc4c4d" providerId="LiveId" clId="{86BCE291-76A7-405F-9595-F6A0B4ED5735}" dt="2025-11-27T15:14:03.256" v="7682" actId="165"/>
          <ac:grpSpMkLst>
            <pc:docMk/>
            <pc:sldMk cId="4211560582" sldId="2973"/>
            <ac:grpSpMk id="41" creationId="{7E737729-1F3F-6892-137D-1495F12FA2EC}"/>
          </ac:grpSpMkLst>
        </pc:grpChg>
        <pc:grpChg chg="add del mod">
          <ac:chgData name="Seunghun Jang" userId="3fc171b04cfc4c4d" providerId="LiveId" clId="{86BCE291-76A7-405F-9595-F6A0B4ED5735}" dt="2025-11-27T15:12:59.224" v="7576" actId="478"/>
          <ac:grpSpMkLst>
            <pc:docMk/>
            <pc:sldMk cId="4211560582" sldId="2973"/>
            <ac:grpSpMk id="42" creationId="{93FB8B00-3A9E-1852-A3CC-108A4BD82713}"/>
          </ac:grpSpMkLst>
        </pc:grpChg>
        <pc:grpChg chg="add del mod topLvl">
          <ac:chgData name="Seunghun Jang" userId="3fc171b04cfc4c4d" providerId="LiveId" clId="{86BCE291-76A7-405F-9595-F6A0B4ED5735}" dt="2025-11-27T15:13:59.606" v="7680" actId="165"/>
          <ac:grpSpMkLst>
            <pc:docMk/>
            <pc:sldMk cId="4211560582" sldId="2973"/>
            <ac:grpSpMk id="47" creationId="{7DBADBFD-A78E-C347-4855-0A14EFA666F1}"/>
          </ac:grpSpMkLst>
        </pc:grpChg>
        <pc:grpChg chg="add del mod">
          <ac:chgData name="Seunghun Jang" userId="3fc171b04cfc4c4d" providerId="LiveId" clId="{86BCE291-76A7-405F-9595-F6A0B4ED5735}" dt="2025-11-27T15:13:57.856" v="7679" actId="165"/>
          <ac:grpSpMkLst>
            <pc:docMk/>
            <pc:sldMk cId="4211560582" sldId="2973"/>
            <ac:grpSpMk id="52" creationId="{B615CF88-B4D2-C49C-390C-09EAE36169B1}"/>
          </ac:grpSpMkLst>
        </pc:grpChg>
        <pc:grpChg chg="add del mod">
          <ac:chgData name="Seunghun Jang" userId="3fc171b04cfc4c4d" providerId="LiveId" clId="{86BCE291-76A7-405F-9595-F6A0B4ED5735}" dt="2025-11-27T15:31:34.362" v="8446" actId="165"/>
          <ac:grpSpMkLst>
            <pc:docMk/>
            <pc:sldMk cId="4211560582" sldId="2973"/>
            <ac:grpSpMk id="73" creationId="{7C6EA41E-4AB7-DD73-3273-6C7BBDEA76DB}"/>
          </ac:grpSpMkLst>
        </pc:grpChg>
        <pc:grpChg chg="del">
          <ac:chgData name="Seunghun Jang" userId="3fc171b04cfc4c4d" providerId="LiveId" clId="{86BCE291-76A7-405F-9595-F6A0B4ED5735}" dt="2025-11-27T14:42:20.456" v="6837" actId="478"/>
          <ac:grpSpMkLst>
            <pc:docMk/>
            <pc:sldMk cId="4211560582" sldId="2973"/>
            <ac:grpSpMk id="78" creationId="{D3D07F40-7EAC-8062-1254-BF9ED0594692}"/>
          </ac:grpSpMkLst>
        </pc:grpChg>
        <pc:grpChg chg="del">
          <ac:chgData name="Seunghun Jang" userId="3fc171b04cfc4c4d" providerId="LiveId" clId="{86BCE291-76A7-405F-9595-F6A0B4ED5735}" dt="2025-11-27T14:42:20.456" v="6837" actId="478"/>
          <ac:grpSpMkLst>
            <pc:docMk/>
            <pc:sldMk cId="4211560582" sldId="2973"/>
            <ac:grpSpMk id="88" creationId="{86ACC5F9-3949-97D9-04A8-6D266C5ACB2D}"/>
          </ac:grpSpMkLst>
        </pc:grpChg>
        <pc:grpChg chg="add mod">
          <ac:chgData name="Seunghun Jang" userId="3fc171b04cfc4c4d" providerId="LiveId" clId="{86BCE291-76A7-405F-9595-F6A0B4ED5735}" dt="2025-11-27T15:47:03.014" v="9047" actId="1038"/>
          <ac:grpSpMkLst>
            <pc:docMk/>
            <pc:sldMk cId="4211560582" sldId="2973"/>
            <ac:grpSpMk id="97" creationId="{8282714C-B00A-5DC3-F917-36BABA612A08}"/>
          </ac:grpSpMkLst>
        </pc:grpChg>
        <pc:grpChg chg="add del mod">
          <ac:chgData name="Seunghun Jang" userId="3fc171b04cfc4c4d" providerId="LiveId" clId="{86BCE291-76A7-405F-9595-F6A0B4ED5735}" dt="2025-11-27T15:37:48.644" v="8743" actId="165"/>
          <ac:grpSpMkLst>
            <pc:docMk/>
            <pc:sldMk cId="4211560582" sldId="2973"/>
            <ac:grpSpMk id="98" creationId="{B26AB1DD-778B-CDA9-2E78-CFDC24CFB942}"/>
          </ac:grpSpMkLst>
        </pc:grpChg>
        <pc:graphicFrameChg chg="del mod topLvl">
          <ac:chgData name="Seunghun Jang" userId="3fc171b04cfc4c4d" providerId="LiveId" clId="{86BCE291-76A7-405F-9595-F6A0B4ED5735}" dt="2025-11-27T15:02:35.260" v="7390" actId="478"/>
          <ac:graphicFrameMkLst>
            <pc:docMk/>
            <pc:sldMk cId="4211560582" sldId="2973"/>
            <ac:graphicFrameMk id="17" creationId="{C944F217-881F-F34A-B49F-DD44BCE020E8}"/>
          </ac:graphicFrameMkLst>
        </pc:graphicFrameChg>
        <pc:graphicFrameChg chg="del mod topLvl">
          <ac:chgData name="Seunghun Jang" userId="3fc171b04cfc4c4d" providerId="LiveId" clId="{86BCE291-76A7-405F-9595-F6A0B4ED5735}" dt="2025-11-27T15:02:25.987" v="7381" actId="478"/>
          <ac:graphicFrameMkLst>
            <pc:docMk/>
            <pc:sldMk cId="4211560582" sldId="2973"/>
            <ac:graphicFrameMk id="18" creationId="{D9A72EA5-03AD-BC26-93F2-29BCA1DEE581}"/>
          </ac:graphicFrameMkLst>
        </pc:graphicFrameChg>
        <pc:graphicFrameChg chg="del mod topLvl">
          <ac:chgData name="Seunghun Jang" userId="3fc171b04cfc4c4d" providerId="LiveId" clId="{86BCE291-76A7-405F-9595-F6A0B4ED5735}" dt="2025-11-27T15:02:28.971" v="7385" actId="478"/>
          <ac:graphicFrameMkLst>
            <pc:docMk/>
            <pc:sldMk cId="4211560582" sldId="2973"/>
            <ac:graphicFrameMk id="19" creationId="{33674B2A-BFA0-5BAB-B126-BB61B3AEED70}"/>
          </ac:graphicFrameMkLst>
        </pc:graphicFrameChg>
        <pc:graphicFrameChg chg="del mod topLvl">
          <ac:chgData name="Seunghun Jang" userId="3fc171b04cfc4c4d" providerId="LiveId" clId="{86BCE291-76A7-405F-9595-F6A0B4ED5735}" dt="2025-11-27T15:02:35.260" v="7390" actId="478"/>
          <ac:graphicFrameMkLst>
            <pc:docMk/>
            <pc:sldMk cId="4211560582" sldId="2973"/>
            <ac:graphicFrameMk id="27" creationId="{707DCD71-959D-B6DC-CAFC-6039BCC28CDE}"/>
          </ac:graphicFrameMkLst>
        </pc:graphicFrameChg>
        <pc:graphicFrameChg chg="del mod topLvl">
          <ac:chgData name="Seunghun Jang" userId="3fc171b04cfc4c4d" providerId="LiveId" clId="{86BCE291-76A7-405F-9595-F6A0B4ED5735}" dt="2025-11-27T15:02:35.260" v="7390" actId="478"/>
          <ac:graphicFrameMkLst>
            <pc:docMk/>
            <pc:sldMk cId="4211560582" sldId="2973"/>
            <ac:graphicFrameMk id="29" creationId="{CB163DF8-C304-AEE2-802A-85C5EF0B78F1}"/>
          </ac:graphicFrameMkLst>
        </pc:graphicFrameChg>
        <pc:graphicFrameChg chg="del mod topLvl">
          <ac:chgData name="Seunghun Jang" userId="3fc171b04cfc4c4d" providerId="LiveId" clId="{86BCE291-76A7-405F-9595-F6A0B4ED5735}" dt="2025-11-27T15:02:35.260" v="7390" actId="478"/>
          <ac:graphicFrameMkLst>
            <pc:docMk/>
            <pc:sldMk cId="4211560582" sldId="2973"/>
            <ac:graphicFrameMk id="30" creationId="{CAB61740-2F16-701C-5CA4-4DC140C166AA}"/>
          </ac:graphicFrameMkLst>
        </pc:graphicFrameChg>
        <pc:picChg chg="add mod ord topLvl">
          <ac:chgData name="Seunghun Jang" userId="3fc171b04cfc4c4d" providerId="LiveId" clId="{86BCE291-76A7-405F-9595-F6A0B4ED5735}" dt="2025-11-27T15:47:03.014" v="9047" actId="1038"/>
          <ac:picMkLst>
            <pc:docMk/>
            <pc:sldMk cId="4211560582" sldId="2973"/>
            <ac:picMk id="10" creationId="{0DD8895F-C220-2A1A-17F1-D88945E0E41A}"/>
          </ac:picMkLst>
        </pc:picChg>
        <pc:picChg chg="del mod topLvl">
          <ac:chgData name="Seunghun Jang" userId="3fc171b04cfc4c4d" providerId="LiveId" clId="{86BCE291-76A7-405F-9595-F6A0B4ED5735}" dt="2025-11-27T15:02:23.285" v="7378" actId="478"/>
          <ac:picMkLst>
            <pc:docMk/>
            <pc:sldMk cId="4211560582" sldId="2973"/>
            <ac:picMk id="35" creationId="{0D31CC52-8B31-6D4E-BFA1-8BE5703B93A0}"/>
          </ac:picMkLst>
        </pc:picChg>
        <pc:picChg chg="add mod topLvl">
          <ac:chgData name="Seunghun Jang" userId="3fc171b04cfc4c4d" providerId="LiveId" clId="{86BCE291-76A7-405F-9595-F6A0B4ED5735}" dt="2025-11-27T15:47:03.014" v="9047" actId="1038"/>
          <ac:picMkLst>
            <pc:docMk/>
            <pc:sldMk cId="4211560582" sldId="2973"/>
            <ac:picMk id="39" creationId="{AEC2BE42-5FC6-27C9-6BD2-332EAAC1DA59}"/>
          </ac:picMkLst>
        </pc:picChg>
        <pc:picChg chg="del mod">
          <ac:chgData name="Seunghun Jang" userId="3fc171b04cfc4c4d" providerId="LiveId" clId="{86BCE291-76A7-405F-9595-F6A0B4ED5735}" dt="2025-11-27T15:10:33.756" v="7567" actId="478"/>
          <ac:picMkLst>
            <pc:docMk/>
            <pc:sldMk cId="4211560582" sldId="2973"/>
            <ac:picMk id="44" creationId="{C809D771-267D-9974-63A6-4C587CCAD79B}"/>
          </ac:picMkLst>
        </pc:picChg>
        <pc:picChg chg="del mod">
          <ac:chgData name="Seunghun Jang" userId="3fc171b04cfc4c4d" providerId="LiveId" clId="{86BCE291-76A7-405F-9595-F6A0B4ED5735}" dt="2025-11-27T15:13:05.942" v="7579" actId="478"/>
          <ac:picMkLst>
            <pc:docMk/>
            <pc:sldMk cId="4211560582" sldId="2973"/>
            <ac:picMk id="49" creationId="{154A88A1-B56E-A5F4-112D-6B4CFB7FE8AC}"/>
          </ac:picMkLst>
        </pc:picChg>
        <pc:picChg chg="add mod ord topLvl">
          <ac:chgData name="Seunghun Jang" userId="3fc171b04cfc4c4d" providerId="LiveId" clId="{86BCE291-76A7-405F-9595-F6A0B4ED5735}" dt="2025-11-27T15:47:03.014" v="9047" actId="1038"/>
          <ac:picMkLst>
            <pc:docMk/>
            <pc:sldMk cId="4211560582" sldId="2973"/>
            <ac:picMk id="61" creationId="{D3E3C585-BDDF-6E1D-8937-BFBBAFF6CA7E}"/>
          </ac:picMkLst>
        </pc:picChg>
        <pc:cxnChg chg="del mod topLvl">
          <ac:chgData name="Seunghun Jang" userId="3fc171b04cfc4c4d" providerId="LiveId" clId="{86BCE291-76A7-405F-9595-F6A0B4ED5735}" dt="2025-11-27T15:02:35.260" v="7390" actId="478"/>
          <ac:cxnSpMkLst>
            <pc:docMk/>
            <pc:sldMk cId="4211560582" sldId="2973"/>
            <ac:cxnSpMk id="15" creationId="{91F1ECE6-60DE-D713-89DF-36974B5072A8}"/>
          </ac:cxnSpMkLst>
        </pc:cxnChg>
        <pc:cxnChg chg="del mod topLvl">
          <ac:chgData name="Seunghun Jang" userId="3fc171b04cfc4c4d" providerId="LiveId" clId="{86BCE291-76A7-405F-9595-F6A0B4ED5735}" dt="2025-11-27T15:02:35.260" v="7390" actId="478"/>
          <ac:cxnSpMkLst>
            <pc:docMk/>
            <pc:sldMk cId="4211560582" sldId="2973"/>
            <ac:cxnSpMk id="23" creationId="{27B41248-3918-C1F1-9EC0-A9EDEAD50363}"/>
          </ac:cxnSpMkLst>
        </pc:cxnChg>
        <pc:cxnChg chg="add del mod">
          <ac:chgData name="Seunghun Jang" userId="3fc171b04cfc4c4d" providerId="LiveId" clId="{86BCE291-76A7-405F-9595-F6A0B4ED5735}" dt="2025-11-27T15:22:53.700" v="7948" actId="478"/>
          <ac:cxnSpMkLst>
            <pc:docMk/>
            <pc:sldMk cId="4211560582" sldId="2973"/>
            <ac:cxnSpMk id="54" creationId="{198FB8F1-520B-809A-5053-204A86D4058E}"/>
          </ac:cxnSpMkLst>
        </pc:cxnChg>
        <pc:cxnChg chg="add del">
          <ac:chgData name="Seunghun Jang" userId="3fc171b04cfc4c4d" providerId="LiveId" clId="{86BCE291-76A7-405F-9595-F6A0B4ED5735}" dt="2025-11-27T15:31:11.445" v="8433" actId="478"/>
          <ac:cxnSpMkLst>
            <pc:docMk/>
            <pc:sldMk cId="4211560582" sldId="2973"/>
            <ac:cxnSpMk id="90" creationId="{9E65D859-465F-D86A-503F-B7AB07B8A0E3}"/>
          </ac:cxnSpMkLst>
        </pc:cxnChg>
        <pc:cxnChg chg="add mod topLvl">
          <ac:chgData name="Seunghun Jang" userId="3fc171b04cfc4c4d" providerId="LiveId" clId="{86BCE291-76A7-405F-9595-F6A0B4ED5735}" dt="2025-11-27T15:47:03.014" v="9047" actId="1038"/>
          <ac:cxnSpMkLst>
            <pc:docMk/>
            <pc:sldMk cId="4211560582" sldId="2973"/>
            <ac:cxnSpMk id="92" creationId="{9B9464AD-4294-2E44-3FCA-275519B1BF7A}"/>
          </ac:cxnSpMkLst>
        </pc:cxnChg>
      </pc:sldChg>
      <pc:sldChg chg="del">
        <pc:chgData name="Seunghun Jang" userId="3fc171b04cfc4c4d" providerId="LiveId" clId="{86BCE291-76A7-405F-9595-F6A0B4ED5735}" dt="2025-11-27T10:19:42.120" v="1184" actId="47"/>
        <pc:sldMkLst>
          <pc:docMk/>
          <pc:sldMk cId="4273428216" sldId="2973"/>
        </pc:sldMkLst>
      </pc:sldChg>
      <pc:sldChg chg="addSp delSp modSp add mod">
        <pc:chgData name="Seunghun Jang" userId="3fc171b04cfc4c4d" providerId="LiveId" clId="{86BCE291-76A7-405F-9595-F6A0B4ED5735}" dt="2025-11-28T06:53:00.633" v="11929" actId="20577"/>
        <pc:sldMkLst>
          <pc:docMk/>
          <pc:sldMk cId="37173686" sldId="2974"/>
        </pc:sldMkLst>
        <pc:spChg chg="mod">
          <ac:chgData name="Seunghun Jang" userId="3fc171b04cfc4c4d" providerId="LiveId" clId="{86BCE291-76A7-405F-9595-F6A0B4ED5735}" dt="2025-11-28T06:53:00.633" v="11929" actId="20577"/>
          <ac:spMkLst>
            <pc:docMk/>
            <pc:sldMk cId="37173686" sldId="2974"/>
            <ac:spMk id="2" creationId="{54E062B6-3DF8-9843-53DC-9B6AAED9181C}"/>
          </ac:spMkLst>
        </pc:spChg>
        <pc:spChg chg="mod">
          <ac:chgData name="Seunghun Jang" userId="3fc171b04cfc4c4d" providerId="LiveId" clId="{86BCE291-76A7-405F-9595-F6A0B4ED5735}" dt="2025-11-27T16:05:05.784" v="9580" actId="113"/>
          <ac:spMkLst>
            <pc:docMk/>
            <pc:sldMk cId="37173686" sldId="2974"/>
            <ac:spMk id="3" creationId="{8C772709-6B95-4AF2-E1D7-35059EE79EAD}"/>
          </ac:spMkLst>
        </pc:spChg>
        <pc:spChg chg="add mod ord">
          <ac:chgData name="Seunghun Jang" userId="3fc171b04cfc4c4d" providerId="LiveId" clId="{86BCE291-76A7-405F-9595-F6A0B4ED5735}" dt="2025-11-27T15:59:23.187" v="9542" actId="1076"/>
          <ac:spMkLst>
            <pc:docMk/>
            <pc:sldMk cId="37173686" sldId="2974"/>
            <ac:spMk id="7" creationId="{785D4902-24D6-5878-E3C7-A464CC67511C}"/>
          </ac:spMkLst>
        </pc:spChg>
        <pc:spChg chg="add mod">
          <ac:chgData name="Seunghun Jang" userId="3fc171b04cfc4c4d" providerId="LiveId" clId="{86BCE291-76A7-405F-9595-F6A0B4ED5735}" dt="2025-11-27T15:59:23.187" v="9542" actId="1076"/>
          <ac:spMkLst>
            <pc:docMk/>
            <pc:sldMk cId="37173686" sldId="2974"/>
            <ac:spMk id="8" creationId="{28243433-DCBE-633A-28E1-D0FB3CD35B7A}"/>
          </ac:spMkLst>
        </pc:spChg>
        <pc:spChg chg="add mod">
          <ac:chgData name="Seunghun Jang" userId="3fc171b04cfc4c4d" providerId="LiveId" clId="{86BCE291-76A7-405F-9595-F6A0B4ED5735}" dt="2025-11-27T15:59:23.187" v="9542" actId="1076"/>
          <ac:spMkLst>
            <pc:docMk/>
            <pc:sldMk cId="37173686" sldId="2974"/>
            <ac:spMk id="9" creationId="{CDF347A6-E256-E5DD-E9E6-0C2672D283E1}"/>
          </ac:spMkLst>
        </pc:spChg>
        <pc:spChg chg="add mod">
          <ac:chgData name="Seunghun Jang" userId="3fc171b04cfc4c4d" providerId="LiveId" clId="{86BCE291-76A7-405F-9595-F6A0B4ED5735}" dt="2025-11-27T15:59:23.187" v="9542" actId="1076"/>
          <ac:spMkLst>
            <pc:docMk/>
            <pc:sldMk cId="37173686" sldId="2974"/>
            <ac:spMk id="11" creationId="{415C5E85-D0FE-67F8-25E4-D09F4ED905CA}"/>
          </ac:spMkLst>
        </pc:spChg>
        <pc:spChg chg="del">
          <ac:chgData name="Seunghun Jang" userId="3fc171b04cfc4c4d" providerId="LiveId" clId="{86BCE291-76A7-405F-9595-F6A0B4ED5735}" dt="2025-11-27T15:38:49.747" v="8749" actId="478"/>
          <ac:spMkLst>
            <pc:docMk/>
            <pc:sldMk cId="37173686" sldId="2974"/>
            <ac:spMk id="12" creationId="{98FE6561-1672-FC5F-9AC2-39EFB39D35B3}"/>
          </ac:spMkLst>
        </pc:spChg>
        <pc:spChg chg="add mod">
          <ac:chgData name="Seunghun Jang" userId="3fc171b04cfc4c4d" providerId="LiveId" clId="{86BCE291-76A7-405F-9595-F6A0B4ED5735}" dt="2025-11-27T15:59:23.187" v="9542" actId="1076"/>
          <ac:spMkLst>
            <pc:docMk/>
            <pc:sldMk cId="37173686" sldId="2974"/>
            <ac:spMk id="13" creationId="{6FE91F70-6C1C-9B72-2F5B-55A46CBC9DD7}"/>
          </ac:spMkLst>
        </pc:spChg>
        <pc:spChg chg="del">
          <ac:chgData name="Seunghun Jang" userId="3fc171b04cfc4c4d" providerId="LiveId" clId="{86BCE291-76A7-405F-9595-F6A0B4ED5735}" dt="2025-11-27T15:38:49.747" v="8749" actId="478"/>
          <ac:spMkLst>
            <pc:docMk/>
            <pc:sldMk cId="37173686" sldId="2974"/>
            <ac:spMk id="14" creationId="{D9555ACB-B769-6963-E9B9-E4FDE1362E1C}"/>
          </ac:spMkLst>
        </pc:spChg>
        <pc:spChg chg="add mod">
          <ac:chgData name="Seunghun Jang" userId="3fc171b04cfc4c4d" providerId="LiveId" clId="{86BCE291-76A7-405F-9595-F6A0B4ED5735}" dt="2025-11-27T15:59:23.187" v="9542" actId="1076"/>
          <ac:spMkLst>
            <pc:docMk/>
            <pc:sldMk cId="37173686" sldId="2974"/>
            <ac:spMk id="15" creationId="{B666ED87-16CB-1368-34E0-E14CA41BCD6E}"/>
          </ac:spMkLst>
        </pc:spChg>
        <pc:spChg chg="add mod">
          <ac:chgData name="Seunghun Jang" userId="3fc171b04cfc4c4d" providerId="LiveId" clId="{86BCE291-76A7-405F-9595-F6A0B4ED5735}" dt="2025-11-27T15:59:23.187" v="9542" actId="1076"/>
          <ac:spMkLst>
            <pc:docMk/>
            <pc:sldMk cId="37173686" sldId="2974"/>
            <ac:spMk id="16" creationId="{8B717437-5026-E7BF-0DA3-1AB6328BE642}"/>
          </ac:spMkLst>
        </pc:spChg>
        <pc:spChg chg="add mod ord">
          <ac:chgData name="Seunghun Jang" userId="3fc171b04cfc4c4d" providerId="LiveId" clId="{86BCE291-76A7-405F-9595-F6A0B4ED5735}" dt="2025-11-27T15:57:14.262" v="9522" actId="14100"/>
          <ac:spMkLst>
            <pc:docMk/>
            <pc:sldMk cId="37173686" sldId="2974"/>
            <ac:spMk id="18" creationId="{4C5D8888-35F4-0560-E602-E1D19015C7CA}"/>
          </ac:spMkLst>
        </pc:spChg>
        <pc:spChg chg="add del mod">
          <ac:chgData name="Seunghun Jang" userId="3fc171b04cfc4c4d" providerId="LiveId" clId="{86BCE291-76A7-405F-9595-F6A0B4ED5735}" dt="2025-11-27T15:50:14.343" v="9204" actId="478"/>
          <ac:spMkLst>
            <pc:docMk/>
            <pc:sldMk cId="37173686" sldId="2974"/>
            <ac:spMk id="19" creationId="{1F5F978F-1E91-7FDC-3FDF-1B0C7D35FFAA}"/>
          </ac:spMkLst>
        </pc:spChg>
        <pc:spChg chg="add mod">
          <ac:chgData name="Seunghun Jang" userId="3fc171b04cfc4c4d" providerId="LiveId" clId="{86BCE291-76A7-405F-9595-F6A0B4ED5735}" dt="2025-11-27T15:53:32.227" v="9286" actId="164"/>
          <ac:spMkLst>
            <pc:docMk/>
            <pc:sldMk cId="37173686" sldId="2974"/>
            <ac:spMk id="26" creationId="{4FB14D0F-7CC1-A131-3018-EE96C437EA7E}"/>
          </ac:spMkLst>
        </pc:spChg>
        <pc:spChg chg="add del mod">
          <ac:chgData name="Seunghun Jang" userId="3fc171b04cfc4c4d" providerId="LiveId" clId="{86BCE291-76A7-405F-9595-F6A0B4ED5735}" dt="2025-11-27T15:51:44.099" v="9241" actId="478"/>
          <ac:spMkLst>
            <pc:docMk/>
            <pc:sldMk cId="37173686" sldId="2974"/>
            <ac:spMk id="27" creationId="{F0DE01E4-BD81-98E0-5C74-B55C907F8626}"/>
          </ac:spMkLst>
        </pc:spChg>
        <pc:spChg chg="add mod">
          <ac:chgData name="Seunghun Jang" userId="3fc171b04cfc4c4d" providerId="LiveId" clId="{86BCE291-76A7-405F-9595-F6A0B4ED5735}" dt="2025-11-27T15:52:51.988" v="9277" actId="164"/>
          <ac:spMkLst>
            <pc:docMk/>
            <pc:sldMk cId="37173686" sldId="2974"/>
            <ac:spMk id="35" creationId="{B6A32A51-B09B-905B-F965-EE907E198669}"/>
          </ac:spMkLst>
        </pc:spChg>
        <pc:spChg chg="add mod">
          <ac:chgData name="Seunghun Jang" userId="3fc171b04cfc4c4d" providerId="LiveId" clId="{86BCE291-76A7-405F-9595-F6A0B4ED5735}" dt="2025-11-27T15:59:23.187" v="9542" actId="1076"/>
          <ac:spMkLst>
            <pc:docMk/>
            <pc:sldMk cId="37173686" sldId="2974"/>
            <ac:spMk id="47" creationId="{998086F4-931E-811B-14DB-933C1B7B45BB}"/>
          </ac:spMkLst>
        </pc:spChg>
        <pc:spChg chg="del">
          <ac:chgData name="Seunghun Jang" userId="3fc171b04cfc4c4d" providerId="LiveId" clId="{86BCE291-76A7-405F-9595-F6A0B4ED5735}" dt="2025-11-27T15:38:49.747" v="8749" actId="478"/>
          <ac:spMkLst>
            <pc:docMk/>
            <pc:sldMk cId="37173686" sldId="2974"/>
            <ac:spMk id="48" creationId="{7D8CB8C1-06D3-2C10-5524-FBE098B78A37}"/>
          </ac:spMkLst>
        </pc:spChg>
        <pc:spChg chg="add mod">
          <ac:chgData name="Seunghun Jang" userId="3fc171b04cfc4c4d" providerId="LiveId" clId="{86BCE291-76A7-405F-9595-F6A0B4ED5735}" dt="2025-11-27T15:59:23.187" v="9542" actId="1076"/>
          <ac:spMkLst>
            <pc:docMk/>
            <pc:sldMk cId="37173686" sldId="2974"/>
            <ac:spMk id="49" creationId="{B1E74C69-2DBA-CF02-E9B8-157820EB4190}"/>
          </ac:spMkLst>
        </pc:spChg>
        <pc:spChg chg="add del mod">
          <ac:chgData name="Seunghun Jang" userId="3fc171b04cfc4c4d" providerId="LiveId" clId="{86BCE291-76A7-405F-9595-F6A0B4ED5735}" dt="2025-11-27T15:56:11.128" v="9510" actId="478"/>
          <ac:spMkLst>
            <pc:docMk/>
            <pc:sldMk cId="37173686" sldId="2974"/>
            <ac:spMk id="50" creationId="{15DBF4FE-65A7-E2E7-A1CE-8477CA83D52C}"/>
          </ac:spMkLst>
        </pc:spChg>
        <pc:spChg chg="add mod">
          <ac:chgData name="Seunghun Jang" userId="3fc171b04cfc4c4d" providerId="LiveId" clId="{86BCE291-76A7-405F-9595-F6A0B4ED5735}" dt="2025-11-27T15:59:23.187" v="9542" actId="1076"/>
          <ac:spMkLst>
            <pc:docMk/>
            <pc:sldMk cId="37173686" sldId="2974"/>
            <ac:spMk id="51" creationId="{A68B44A0-6519-A19D-4463-1CD6D5E4C70B}"/>
          </ac:spMkLst>
        </pc:spChg>
        <pc:spChg chg="add del mod">
          <ac:chgData name="Seunghun Jang" userId="3fc171b04cfc4c4d" providerId="LiveId" clId="{86BCE291-76A7-405F-9595-F6A0B4ED5735}" dt="2025-11-27T15:57:23.083" v="9524" actId="478"/>
          <ac:spMkLst>
            <pc:docMk/>
            <pc:sldMk cId="37173686" sldId="2974"/>
            <ac:spMk id="52" creationId="{6EDB53A0-FA51-C02B-F26C-C00A7C6CDE30}"/>
          </ac:spMkLst>
        </pc:spChg>
        <pc:spChg chg="add mod ord">
          <ac:chgData name="Seunghun Jang" userId="3fc171b04cfc4c4d" providerId="LiveId" clId="{86BCE291-76A7-405F-9595-F6A0B4ED5735}" dt="2025-11-27T15:59:34.072" v="9545" actId="166"/>
          <ac:spMkLst>
            <pc:docMk/>
            <pc:sldMk cId="37173686" sldId="2974"/>
            <ac:spMk id="53" creationId="{AF9FDA35-3CBA-06C5-A609-488FEF61DD58}"/>
          </ac:spMkLst>
        </pc:spChg>
        <pc:spChg chg="add mod ord">
          <ac:chgData name="Seunghun Jang" userId="3fc171b04cfc4c4d" providerId="LiveId" clId="{86BCE291-76A7-405F-9595-F6A0B4ED5735}" dt="2025-11-27T16:00:13.967" v="9577" actId="1076"/>
          <ac:spMkLst>
            <pc:docMk/>
            <pc:sldMk cId="37173686" sldId="2974"/>
            <ac:spMk id="54" creationId="{CF2DC4C4-D358-6E55-A0F0-04CC01C3AF58}"/>
          </ac:spMkLst>
        </pc:spChg>
        <pc:spChg chg="add mod">
          <ac:chgData name="Seunghun Jang" userId="3fc171b04cfc4c4d" providerId="LiveId" clId="{86BCE291-76A7-405F-9595-F6A0B4ED5735}" dt="2025-11-27T16:00:13.967" v="9577" actId="1076"/>
          <ac:spMkLst>
            <pc:docMk/>
            <pc:sldMk cId="37173686" sldId="2974"/>
            <ac:spMk id="56" creationId="{9889C0F6-7BDF-CBFC-27EA-9C7C5A674FBE}"/>
          </ac:spMkLst>
        </pc:spChg>
        <pc:spChg chg="del">
          <ac:chgData name="Seunghun Jang" userId="3fc171b04cfc4c4d" providerId="LiveId" clId="{86BCE291-76A7-405F-9595-F6A0B4ED5735}" dt="2025-11-27T15:38:49.747" v="8749" actId="478"/>
          <ac:spMkLst>
            <pc:docMk/>
            <pc:sldMk cId="37173686" sldId="2974"/>
            <ac:spMk id="63" creationId="{6DA02B30-8453-6106-D0F4-26650AB36F5D}"/>
          </ac:spMkLst>
        </pc:spChg>
        <pc:spChg chg="del">
          <ac:chgData name="Seunghun Jang" userId="3fc171b04cfc4c4d" providerId="LiveId" clId="{86BCE291-76A7-405F-9595-F6A0B4ED5735}" dt="2025-11-27T15:38:49.747" v="8749" actId="478"/>
          <ac:spMkLst>
            <pc:docMk/>
            <pc:sldMk cId="37173686" sldId="2974"/>
            <ac:spMk id="64" creationId="{6716C54D-1379-DD0F-DD1A-4612B10FCAAE}"/>
          </ac:spMkLst>
        </pc:spChg>
        <pc:spChg chg="del">
          <ac:chgData name="Seunghun Jang" userId="3fc171b04cfc4c4d" providerId="LiveId" clId="{86BCE291-76A7-405F-9595-F6A0B4ED5735}" dt="2025-11-27T15:38:49.747" v="8749" actId="478"/>
          <ac:spMkLst>
            <pc:docMk/>
            <pc:sldMk cId="37173686" sldId="2974"/>
            <ac:spMk id="66" creationId="{823B9B0F-3AB3-0B41-B6EA-26457C607831}"/>
          </ac:spMkLst>
        </pc:spChg>
        <pc:spChg chg="del">
          <ac:chgData name="Seunghun Jang" userId="3fc171b04cfc4c4d" providerId="LiveId" clId="{86BCE291-76A7-405F-9595-F6A0B4ED5735}" dt="2025-11-27T15:38:49.747" v="8749" actId="478"/>
          <ac:spMkLst>
            <pc:docMk/>
            <pc:sldMk cId="37173686" sldId="2974"/>
            <ac:spMk id="70" creationId="{0BDBFB8E-EA26-057E-DDCD-E7DBCD0C95BE}"/>
          </ac:spMkLst>
        </pc:spChg>
        <pc:spChg chg="del">
          <ac:chgData name="Seunghun Jang" userId="3fc171b04cfc4c4d" providerId="LiveId" clId="{86BCE291-76A7-405F-9595-F6A0B4ED5735}" dt="2025-11-27T15:38:49.747" v="8749" actId="478"/>
          <ac:spMkLst>
            <pc:docMk/>
            <pc:sldMk cId="37173686" sldId="2974"/>
            <ac:spMk id="80" creationId="{0BBA962B-4FB9-B33A-91C4-BA4F996EE7A1}"/>
          </ac:spMkLst>
        </pc:spChg>
        <pc:spChg chg="del">
          <ac:chgData name="Seunghun Jang" userId="3fc171b04cfc4c4d" providerId="LiveId" clId="{86BCE291-76A7-405F-9595-F6A0B4ED5735}" dt="2025-11-27T15:38:49.747" v="8749" actId="478"/>
          <ac:spMkLst>
            <pc:docMk/>
            <pc:sldMk cId="37173686" sldId="2974"/>
            <ac:spMk id="83" creationId="{50E12C61-2355-5E39-EDC3-8A9A4A04BF28}"/>
          </ac:spMkLst>
        </pc:spChg>
        <pc:spChg chg="del">
          <ac:chgData name="Seunghun Jang" userId="3fc171b04cfc4c4d" providerId="LiveId" clId="{86BCE291-76A7-405F-9595-F6A0B4ED5735}" dt="2025-11-27T15:38:49.747" v="8749" actId="478"/>
          <ac:spMkLst>
            <pc:docMk/>
            <pc:sldMk cId="37173686" sldId="2974"/>
            <ac:spMk id="84" creationId="{8679445E-EE7E-DFD3-8F4F-5B71AD3DADF2}"/>
          </ac:spMkLst>
        </pc:spChg>
        <pc:spChg chg="del">
          <ac:chgData name="Seunghun Jang" userId="3fc171b04cfc4c4d" providerId="LiveId" clId="{86BCE291-76A7-405F-9595-F6A0B4ED5735}" dt="2025-11-27T15:38:49.747" v="8749" actId="478"/>
          <ac:spMkLst>
            <pc:docMk/>
            <pc:sldMk cId="37173686" sldId="2974"/>
            <ac:spMk id="100" creationId="{98782CE8-EC6C-05FA-4983-B7672694DB7B}"/>
          </ac:spMkLst>
        </pc:spChg>
        <pc:grpChg chg="add mod">
          <ac:chgData name="Seunghun Jang" userId="3fc171b04cfc4c4d" providerId="LiveId" clId="{86BCE291-76A7-405F-9595-F6A0B4ED5735}" dt="2025-11-27T15:52:51.988" v="9277" actId="164"/>
          <ac:grpSpMkLst>
            <pc:docMk/>
            <pc:sldMk cId="37173686" sldId="2974"/>
            <ac:grpSpMk id="34" creationId="{4CDCC407-AF14-F10A-24D9-D15C129233DF}"/>
          </ac:grpSpMkLst>
        </pc:grpChg>
        <pc:grpChg chg="add mod">
          <ac:chgData name="Seunghun Jang" userId="3fc171b04cfc4c4d" providerId="LiveId" clId="{86BCE291-76A7-405F-9595-F6A0B4ED5735}" dt="2025-11-27T15:59:23.187" v="9542" actId="1076"/>
          <ac:grpSpMkLst>
            <pc:docMk/>
            <pc:sldMk cId="37173686" sldId="2974"/>
            <ac:grpSpMk id="36" creationId="{5FAF1E4B-3BE1-5260-6B4E-0DDF0B5CDFBA}"/>
          </ac:grpSpMkLst>
        </pc:grpChg>
        <pc:grpChg chg="add mod ord">
          <ac:chgData name="Seunghun Jang" userId="3fc171b04cfc4c4d" providerId="LiveId" clId="{86BCE291-76A7-405F-9595-F6A0B4ED5735}" dt="2025-11-27T15:54:00.986" v="9311" actId="164"/>
          <ac:grpSpMkLst>
            <pc:docMk/>
            <pc:sldMk cId="37173686" sldId="2974"/>
            <ac:grpSpMk id="38" creationId="{05696E0E-DFE3-8911-9E05-504378E40DAD}"/>
          </ac:grpSpMkLst>
        </pc:grpChg>
        <pc:grpChg chg="add mod">
          <ac:chgData name="Seunghun Jang" userId="3fc171b04cfc4c4d" providerId="LiveId" clId="{86BCE291-76A7-405F-9595-F6A0B4ED5735}" dt="2025-11-27T15:59:23.187" v="9542" actId="1076"/>
          <ac:grpSpMkLst>
            <pc:docMk/>
            <pc:sldMk cId="37173686" sldId="2974"/>
            <ac:grpSpMk id="42" creationId="{1947A044-B61F-C8FB-6A3B-E331947FDBB6}"/>
          </ac:grpSpMkLst>
        </pc:grpChg>
        <pc:grpChg chg="del">
          <ac:chgData name="Seunghun Jang" userId="3fc171b04cfc4c4d" providerId="LiveId" clId="{86BCE291-76A7-405F-9595-F6A0B4ED5735}" dt="2025-11-27T15:38:49.747" v="8749" actId="478"/>
          <ac:grpSpMkLst>
            <pc:docMk/>
            <pc:sldMk cId="37173686" sldId="2974"/>
            <ac:grpSpMk id="97" creationId="{8282714C-B00A-5DC3-F917-36BABA612A08}"/>
          </ac:grpSpMkLst>
        </pc:grpChg>
        <pc:picChg chg="add mod">
          <ac:chgData name="Seunghun Jang" userId="3fc171b04cfc4c4d" providerId="LiveId" clId="{86BCE291-76A7-405F-9595-F6A0B4ED5735}" dt="2025-11-27T15:59:23.187" v="9542" actId="1076"/>
          <ac:picMkLst>
            <pc:docMk/>
            <pc:sldMk cId="37173686" sldId="2974"/>
            <ac:picMk id="4" creationId="{9827BE0D-BE1F-9C35-DC61-C70E65CE4832}"/>
          </ac:picMkLst>
        </pc:picChg>
        <pc:picChg chg="del">
          <ac:chgData name="Seunghun Jang" userId="3fc171b04cfc4c4d" providerId="LiveId" clId="{86BCE291-76A7-405F-9595-F6A0B4ED5735}" dt="2025-11-27T15:38:49.747" v="8749" actId="478"/>
          <ac:picMkLst>
            <pc:docMk/>
            <pc:sldMk cId="37173686" sldId="2974"/>
            <ac:picMk id="10" creationId="{0DD8895F-C220-2A1A-17F1-D88945E0E41A}"/>
          </ac:picMkLst>
        </pc:picChg>
        <pc:picChg chg="add mod">
          <ac:chgData name="Seunghun Jang" userId="3fc171b04cfc4c4d" providerId="LiveId" clId="{86BCE291-76A7-405F-9595-F6A0B4ED5735}" dt="2025-11-27T15:53:32.227" v="9286" actId="164"/>
          <ac:picMkLst>
            <pc:docMk/>
            <pc:sldMk cId="37173686" sldId="2974"/>
            <ac:picMk id="17" creationId="{A2002D92-6CFE-FCA8-121C-355600D7D27B}"/>
          </ac:picMkLst>
        </pc:picChg>
        <pc:picChg chg="add mod">
          <ac:chgData name="Seunghun Jang" userId="3fc171b04cfc4c4d" providerId="LiveId" clId="{86BCE291-76A7-405F-9595-F6A0B4ED5735}" dt="2025-11-27T15:52:51.988" v="9277" actId="164"/>
          <ac:picMkLst>
            <pc:docMk/>
            <pc:sldMk cId="37173686" sldId="2974"/>
            <ac:picMk id="28" creationId="{C505D6C7-CF8B-FA6D-3E40-1D0BF74EAC50}"/>
          </ac:picMkLst>
        </pc:picChg>
        <pc:picChg chg="add mod">
          <ac:chgData name="Seunghun Jang" userId="3fc171b04cfc4c4d" providerId="LiveId" clId="{86BCE291-76A7-405F-9595-F6A0B4ED5735}" dt="2025-11-27T15:52:51.988" v="9277" actId="164"/>
          <ac:picMkLst>
            <pc:docMk/>
            <pc:sldMk cId="37173686" sldId="2974"/>
            <ac:picMk id="29" creationId="{0B222CC7-C5C1-EB47-19C4-AB85524CE9AD}"/>
          </ac:picMkLst>
        </pc:picChg>
        <pc:picChg chg="del">
          <ac:chgData name="Seunghun Jang" userId="3fc171b04cfc4c4d" providerId="LiveId" clId="{86BCE291-76A7-405F-9595-F6A0B4ED5735}" dt="2025-11-27T15:38:49.747" v="8749" actId="478"/>
          <ac:picMkLst>
            <pc:docMk/>
            <pc:sldMk cId="37173686" sldId="2974"/>
            <ac:picMk id="39" creationId="{AEC2BE42-5FC6-27C9-6BD2-332EAAC1DA59}"/>
          </ac:picMkLst>
        </pc:picChg>
        <pc:picChg chg="del">
          <ac:chgData name="Seunghun Jang" userId="3fc171b04cfc4c4d" providerId="LiveId" clId="{86BCE291-76A7-405F-9595-F6A0B4ED5735}" dt="2025-11-27T15:38:49.747" v="8749" actId="478"/>
          <ac:picMkLst>
            <pc:docMk/>
            <pc:sldMk cId="37173686" sldId="2974"/>
            <ac:picMk id="61" creationId="{D3E3C585-BDDF-6E1D-8937-BFBBAFF6CA7E}"/>
          </ac:picMkLst>
        </pc:picChg>
        <pc:cxnChg chg="add mod">
          <ac:chgData name="Seunghun Jang" userId="3fc171b04cfc4c4d" providerId="LiveId" clId="{86BCE291-76A7-405F-9595-F6A0B4ED5735}" dt="2025-11-27T15:59:23.187" v="9542" actId="1076"/>
          <ac:cxnSpMkLst>
            <pc:docMk/>
            <pc:sldMk cId="37173686" sldId="2974"/>
            <ac:cxnSpMk id="21" creationId="{A4BE5966-A622-3F65-0BAA-66B33E0032F9}"/>
          </ac:cxnSpMkLst>
        </pc:cxnChg>
        <pc:cxnChg chg="add mod">
          <ac:chgData name="Seunghun Jang" userId="3fc171b04cfc4c4d" providerId="LiveId" clId="{86BCE291-76A7-405F-9595-F6A0B4ED5735}" dt="2025-11-27T15:59:23.187" v="9542" actId="1076"/>
          <ac:cxnSpMkLst>
            <pc:docMk/>
            <pc:sldMk cId="37173686" sldId="2974"/>
            <ac:cxnSpMk id="24" creationId="{2CEFE7DB-7508-1C74-48F2-0552CF856FD2}"/>
          </ac:cxnSpMkLst>
        </pc:cxnChg>
        <pc:cxnChg chg="add mod">
          <ac:chgData name="Seunghun Jang" userId="3fc171b04cfc4c4d" providerId="LiveId" clId="{86BCE291-76A7-405F-9595-F6A0B4ED5735}" dt="2025-11-27T15:52:28.747" v="9270" actId="692"/>
          <ac:cxnSpMkLst>
            <pc:docMk/>
            <pc:sldMk cId="37173686" sldId="2974"/>
            <ac:cxnSpMk id="31" creationId="{009F147C-B5BF-DD9F-710B-BFFA3FD012DD}"/>
          </ac:cxnSpMkLst>
        </pc:cxnChg>
        <pc:cxnChg chg="add mod">
          <ac:chgData name="Seunghun Jang" userId="3fc171b04cfc4c4d" providerId="LiveId" clId="{86BCE291-76A7-405F-9595-F6A0B4ED5735}" dt="2025-11-27T15:52:28.747" v="9270" actId="692"/>
          <ac:cxnSpMkLst>
            <pc:docMk/>
            <pc:sldMk cId="37173686" sldId="2974"/>
            <ac:cxnSpMk id="32" creationId="{11EB9119-B0C0-075A-0C8E-8823400CE016}"/>
          </ac:cxnSpMkLst>
        </pc:cxnChg>
        <pc:cxnChg chg="add mod ord">
          <ac:chgData name="Seunghun Jang" userId="3fc171b04cfc4c4d" providerId="LiveId" clId="{86BCE291-76A7-405F-9595-F6A0B4ED5735}" dt="2025-11-27T15:59:23.187" v="9542" actId="1076"/>
          <ac:cxnSpMkLst>
            <pc:docMk/>
            <pc:sldMk cId="37173686" sldId="2974"/>
            <ac:cxnSpMk id="45" creationId="{5ED97B59-5BF2-4187-76EA-7DC62511486C}"/>
          </ac:cxnSpMkLst>
        </pc:cxnChg>
        <pc:cxnChg chg="del mod">
          <ac:chgData name="Seunghun Jang" userId="3fc171b04cfc4c4d" providerId="LiveId" clId="{86BCE291-76A7-405F-9595-F6A0B4ED5735}" dt="2025-11-27T15:38:49.747" v="8749" actId="478"/>
          <ac:cxnSpMkLst>
            <pc:docMk/>
            <pc:sldMk cId="37173686" sldId="2974"/>
            <ac:cxnSpMk id="92" creationId="{9B9464AD-4294-2E44-3FCA-275519B1BF7A}"/>
          </ac:cxnSpMkLst>
        </pc:cxnChg>
      </pc:sldChg>
      <pc:sldChg chg="del">
        <pc:chgData name="Seunghun Jang" userId="3fc171b04cfc4c4d" providerId="LiveId" clId="{86BCE291-76A7-405F-9595-F6A0B4ED5735}" dt="2025-11-27T10:19:42.120" v="1184" actId="47"/>
        <pc:sldMkLst>
          <pc:docMk/>
          <pc:sldMk cId="1775729800" sldId="2974"/>
        </pc:sldMkLst>
      </pc:sldChg>
      <pc:sldChg chg="del">
        <pc:chgData name="Seunghun Jang" userId="3fc171b04cfc4c4d" providerId="LiveId" clId="{86BCE291-76A7-405F-9595-F6A0B4ED5735}" dt="2025-11-27T10:19:42.120" v="1184" actId="47"/>
        <pc:sldMkLst>
          <pc:docMk/>
          <pc:sldMk cId="1564827105" sldId="2975"/>
        </pc:sldMkLst>
      </pc:sldChg>
      <pc:sldChg chg="addSp delSp modSp add mod">
        <pc:chgData name="Seunghun Jang" userId="3fc171b04cfc4c4d" providerId="LiveId" clId="{86BCE291-76A7-405F-9595-F6A0B4ED5735}" dt="2025-11-28T06:53:08.658" v="11934" actId="20577"/>
        <pc:sldMkLst>
          <pc:docMk/>
          <pc:sldMk cId="3130019549" sldId="2975"/>
        </pc:sldMkLst>
        <pc:spChg chg="mod">
          <ac:chgData name="Seunghun Jang" userId="3fc171b04cfc4c4d" providerId="LiveId" clId="{86BCE291-76A7-405F-9595-F6A0B4ED5735}" dt="2025-11-28T06:53:08.658" v="11934" actId="20577"/>
          <ac:spMkLst>
            <pc:docMk/>
            <pc:sldMk cId="3130019549" sldId="2975"/>
            <ac:spMk id="2" creationId="{54E062B6-3DF8-9843-53DC-9B6AAED9181C}"/>
          </ac:spMkLst>
        </pc:spChg>
        <pc:spChg chg="mod">
          <ac:chgData name="Seunghun Jang" userId="3fc171b04cfc4c4d" providerId="LiveId" clId="{86BCE291-76A7-405F-9595-F6A0B4ED5735}" dt="2025-11-28T03:58:10.878" v="11885" actId="20577"/>
          <ac:spMkLst>
            <pc:docMk/>
            <pc:sldMk cId="3130019549" sldId="2975"/>
            <ac:spMk id="3" creationId="{8C772709-6B95-4AF2-E1D7-35059EE79EAD}"/>
          </ac:spMkLst>
        </pc:spChg>
        <pc:spChg chg="del">
          <ac:chgData name="Seunghun Jang" userId="3fc171b04cfc4c4d" providerId="LiveId" clId="{86BCE291-76A7-405F-9595-F6A0B4ED5735}" dt="2025-11-27T16:05:41.511" v="9582" actId="478"/>
          <ac:spMkLst>
            <pc:docMk/>
            <pc:sldMk cId="3130019549" sldId="2975"/>
            <ac:spMk id="7" creationId="{785D4902-24D6-5878-E3C7-A464CC67511C}"/>
          </ac:spMkLst>
        </pc:spChg>
        <pc:spChg chg="del">
          <ac:chgData name="Seunghun Jang" userId="3fc171b04cfc4c4d" providerId="LiveId" clId="{86BCE291-76A7-405F-9595-F6A0B4ED5735}" dt="2025-11-27T16:05:41.511" v="9582" actId="478"/>
          <ac:spMkLst>
            <pc:docMk/>
            <pc:sldMk cId="3130019549" sldId="2975"/>
            <ac:spMk id="8" creationId="{28243433-DCBE-633A-28E1-D0FB3CD35B7A}"/>
          </ac:spMkLst>
        </pc:spChg>
        <pc:spChg chg="del">
          <ac:chgData name="Seunghun Jang" userId="3fc171b04cfc4c4d" providerId="LiveId" clId="{86BCE291-76A7-405F-9595-F6A0B4ED5735}" dt="2025-11-27T16:05:41.511" v="9582" actId="478"/>
          <ac:spMkLst>
            <pc:docMk/>
            <pc:sldMk cId="3130019549" sldId="2975"/>
            <ac:spMk id="9" creationId="{CDF347A6-E256-E5DD-E9E6-0C2672D283E1}"/>
          </ac:spMkLst>
        </pc:spChg>
        <pc:spChg chg="del">
          <ac:chgData name="Seunghun Jang" userId="3fc171b04cfc4c4d" providerId="LiveId" clId="{86BCE291-76A7-405F-9595-F6A0B4ED5735}" dt="2025-11-27T16:05:41.511" v="9582" actId="478"/>
          <ac:spMkLst>
            <pc:docMk/>
            <pc:sldMk cId="3130019549" sldId="2975"/>
            <ac:spMk id="11" creationId="{415C5E85-D0FE-67F8-25E4-D09F4ED905CA}"/>
          </ac:spMkLst>
        </pc:spChg>
        <pc:spChg chg="del">
          <ac:chgData name="Seunghun Jang" userId="3fc171b04cfc4c4d" providerId="LiveId" clId="{86BCE291-76A7-405F-9595-F6A0B4ED5735}" dt="2025-11-27T16:05:41.511" v="9582" actId="478"/>
          <ac:spMkLst>
            <pc:docMk/>
            <pc:sldMk cId="3130019549" sldId="2975"/>
            <ac:spMk id="13" creationId="{6FE91F70-6C1C-9B72-2F5B-55A46CBC9DD7}"/>
          </ac:spMkLst>
        </pc:spChg>
        <pc:spChg chg="add del">
          <ac:chgData name="Seunghun Jang" userId="3fc171b04cfc4c4d" providerId="LiveId" clId="{86BCE291-76A7-405F-9595-F6A0B4ED5735}" dt="2025-11-27T16:11:33.141" v="9839"/>
          <ac:spMkLst>
            <pc:docMk/>
            <pc:sldMk cId="3130019549" sldId="2975"/>
            <ac:spMk id="14" creationId="{73177534-CDB3-0489-744F-502D83245AC6}"/>
          </ac:spMkLst>
        </pc:spChg>
        <pc:spChg chg="del">
          <ac:chgData name="Seunghun Jang" userId="3fc171b04cfc4c4d" providerId="LiveId" clId="{86BCE291-76A7-405F-9595-F6A0B4ED5735}" dt="2025-11-27T16:05:41.511" v="9582" actId="478"/>
          <ac:spMkLst>
            <pc:docMk/>
            <pc:sldMk cId="3130019549" sldId="2975"/>
            <ac:spMk id="15" creationId="{B666ED87-16CB-1368-34E0-E14CA41BCD6E}"/>
          </ac:spMkLst>
        </pc:spChg>
        <pc:spChg chg="del">
          <ac:chgData name="Seunghun Jang" userId="3fc171b04cfc4c4d" providerId="LiveId" clId="{86BCE291-76A7-405F-9595-F6A0B4ED5735}" dt="2025-11-27T16:05:41.511" v="9582" actId="478"/>
          <ac:spMkLst>
            <pc:docMk/>
            <pc:sldMk cId="3130019549" sldId="2975"/>
            <ac:spMk id="16" creationId="{8B717437-5026-E7BF-0DA3-1AB6328BE642}"/>
          </ac:spMkLst>
        </pc:spChg>
        <pc:spChg chg="add mod">
          <ac:chgData name="Seunghun Jang" userId="3fc171b04cfc4c4d" providerId="LiveId" clId="{86BCE291-76A7-405F-9595-F6A0B4ED5735}" dt="2025-11-27T16:19:08.050" v="10014" actId="164"/>
          <ac:spMkLst>
            <pc:docMk/>
            <pc:sldMk cId="3130019549" sldId="2975"/>
            <ac:spMk id="27" creationId="{C31391A2-9409-C987-8A90-AF302C1CC1F2}"/>
          </ac:spMkLst>
        </pc:spChg>
        <pc:spChg chg="add mod">
          <ac:chgData name="Seunghun Jang" userId="3fc171b04cfc4c4d" providerId="LiveId" clId="{86BCE291-76A7-405F-9595-F6A0B4ED5735}" dt="2025-11-27T16:24:49.617" v="10299" actId="1076"/>
          <ac:spMkLst>
            <pc:docMk/>
            <pc:sldMk cId="3130019549" sldId="2975"/>
            <ac:spMk id="33" creationId="{CB18EDFD-EFB5-95DE-0E88-AA74ECD7BA3F}"/>
          </ac:spMkLst>
        </pc:spChg>
        <pc:spChg chg="add mod">
          <ac:chgData name="Seunghun Jang" userId="3fc171b04cfc4c4d" providerId="LiveId" clId="{86BCE291-76A7-405F-9595-F6A0B4ED5735}" dt="2025-11-27T16:24:49.617" v="10299" actId="1076"/>
          <ac:spMkLst>
            <pc:docMk/>
            <pc:sldMk cId="3130019549" sldId="2975"/>
            <ac:spMk id="37" creationId="{6C36CE48-5E2A-2F27-3A01-BBA0E49D8FC5}"/>
          </ac:spMkLst>
        </pc:spChg>
        <pc:spChg chg="add mod">
          <ac:chgData name="Seunghun Jang" userId="3fc171b04cfc4c4d" providerId="LiveId" clId="{86BCE291-76A7-405F-9595-F6A0B4ED5735}" dt="2025-11-27T16:20:21.866" v="10079"/>
          <ac:spMkLst>
            <pc:docMk/>
            <pc:sldMk cId="3130019549" sldId="2975"/>
            <ac:spMk id="39" creationId="{68043675-BCB0-17CA-B549-2628A9E52CAE}"/>
          </ac:spMkLst>
        </pc:spChg>
        <pc:spChg chg="add mod">
          <ac:chgData name="Seunghun Jang" userId="3fc171b04cfc4c4d" providerId="LiveId" clId="{86BCE291-76A7-405F-9595-F6A0B4ED5735}" dt="2025-11-27T16:24:49.617" v="10299" actId="1076"/>
          <ac:spMkLst>
            <pc:docMk/>
            <pc:sldMk cId="3130019549" sldId="2975"/>
            <ac:spMk id="40" creationId="{F8821C12-3E6B-728E-8B86-0F1481A6D2BB}"/>
          </ac:spMkLst>
        </pc:spChg>
        <pc:spChg chg="add mod">
          <ac:chgData name="Seunghun Jang" userId="3fc171b04cfc4c4d" providerId="LiveId" clId="{86BCE291-76A7-405F-9595-F6A0B4ED5735}" dt="2025-11-27T16:24:49.617" v="10299" actId="1076"/>
          <ac:spMkLst>
            <pc:docMk/>
            <pc:sldMk cId="3130019549" sldId="2975"/>
            <ac:spMk id="41" creationId="{09B618C6-BEF4-0849-A206-1F2EE68AD3B8}"/>
          </ac:spMkLst>
        </pc:spChg>
        <pc:spChg chg="add mod">
          <ac:chgData name="Seunghun Jang" userId="3fc171b04cfc4c4d" providerId="LiveId" clId="{86BCE291-76A7-405F-9595-F6A0B4ED5735}" dt="2025-11-27T16:24:49.617" v="10299" actId="1076"/>
          <ac:spMkLst>
            <pc:docMk/>
            <pc:sldMk cId="3130019549" sldId="2975"/>
            <ac:spMk id="43" creationId="{0812F9B8-EC8F-F346-B39C-961B8528B304}"/>
          </ac:spMkLst>
        </pc:spChg>
        <pc:spChg chg="add mod">
          <ac:chgData name="Seunghun Jang" userId="3fc171b04cfc4c4d" providerId="LiveId" clId="{86BCE291-76A7-405F-9595-F6A0B4ED5735}" dt="2025-11-27T16:24:49.617" v="10299" actId="1076"/>
          <ac:spMkLst>
            <pc:docMk/>
            <pc:sldMk cId="3130019549" sldId="2975"/>
            <ac:spMk id="44" creationId="{CCA66F50-DA4F-FA61-B734-CC70169C6757}"/>
          </ac:spMkLst>
        </pc:spChg>
        <pc:spChg chg="add mod">
          <ac:chgData name="Seunghun Jang" userId="3fc171b04cfc4c4d" providerId="LiveId" clId="{86BCE291-76A7-405F-9595-F6A0B4ED5735}" dt="2025-11-27T16:24:49.617" v="10299" actId="1076"/>
          <ac:spMkLst>
            <pc:docMk/>
            <pc:sldMk cId="3130019549" sldId="2975"/>
            <ac:spMk id="46" creationId="{678401F3-4B64-4A9F-510F-ACC9801C553B}"/>
          </ac:spMkLst>
        </pc:spChg>
        <pc:spChg chg="del">
          <ac:chgData name="Seunghun Jang" userId="3fc171b04cfc4c4d" providerId="LiveId" clId="{86BCE291-76A7-405F-9595-F6A0B4ED5735}" dt="2025-11-27T16:05:41.511" v="9582" actId="478"/>
          <ac:spMkLst>
            <pc:docMk/>
            <pc:sldMk cId="3130019549" sldId="2975"/>
            <ac:spMk id="47" creationId="{998086F4-931E-811B-14DB-933C1B7B45BB}"/>
          </ac:spMkLst>
        </pc:spChg>
        <pc:spChg chg="add mod">
          <ac:chgData name="Seunghun Jang" userId="3fc171b04cfc4c4d" providerId="LiveId" clId="{86BCE291-76A7-405F-9595-F6A0B4ED5735}" dt="2025-11-27T16:24:49.617" v="10299" actId="1076"/>
          <ac:spMkLst>
            <pc:docMk/>
            <pc:sldMk cId="3130019549" sldId="2975"/>
            <ac:spMk id="48" creationId="{F8E0E34D-FC7B-605F-C067-59FC78272633}"/>
          </ac:spMkLst>
        </pc:spChg>
        <pc:spChg chg="del">
          <ac:chgData name="Seunghun Jang" userId="3fc171b04cfc4c4d" providerId="LiveId" clId="{86BCE291-76A7-405F-9595-F6A0B4ED5735}" dt="2025-11-27T16:05:41.511" v="9582" actId="478"/>
          <ac:spMkLst>
            <pc:docMk/>
            <pc:sldMk cId="3130019549" sldId="2975"/>
            <ac:spMk id="49" creationId="{B1E74C69-2DBA-CF02-E9B8-157820EB4190}"/>
          </ac:spMkLst>
        </pc:spChg>
        <pc:spChg chg="add mod ord">
          <ac:chgData name="Seunghun Jang" userId="3fc171b04cfc4c4d" providerId="LiveId" clId="{86BCE291-76A7-405F-9595-F6A0B4ED5735}" dt="2025-11-27T16:24:49.617" v="10299" actId="1076"/>
          <ac:spMkLst>
            <pc:docMk/>
            <pc:sldMk cId="3130019549" sldId="2975"/>
            <ac:spMk id="50" creationId="{C6E04A3E-66DC-23F4-BC39-B8877DD86735}"/>
          </ac:spMkLst>
        </pc:spChg>
        <pc:spChg chg="del">
          <ac:chgData name="Seunghun Jang" userId="3fc171b04cfc4c4d" providerId="LiveId" clId="{86BCE291-76A7-405F-9595-F6A0B4ED5735}" dt="2025-11-27T16:05:41.511" v="9582" actId="478"/>
          <ac:spMkLst>
            <pc:docMk/>
            <pc:sldMk cId="3130019549" sldId="2975"/>
            <ac:spMk id="51" creationId="{A68B44A0-6519-A19D-4463-1CD6D5E4C70B}"/>
          </ac:spMkLst>
        </pc:spChg>
        <pc:spChg chg="add mod">
          <ac:chgData name="Seunghun Jang" userId="3fc171b04cfc4c4d" providerId="LiveId" clId="{86BCE291-76A7-405F-9595-F6A0B4ED5735}" dt="2025-11-27T16:24:49.617" v="10299" actId="1076"/>
          <ac:spMkLst>
            <pc:docMk/>
            <pc:sldMk cId="3130019549" sldId="2975"/>
            <ac:spMk id="52" creationId="{98278AD4-36D0-850E-F48E-5DC9AE39C77D}"/>
          </ac:spMkLst>
        </pc:spChg>
        <pc:spChg chg="del">
          <ac:chgData name="Seunghun Jang" userId="3fc171b04cfc4c4d" providerId="LiveId" clId="{86BCE291-76A7-405F-9595-F6A0B4ED5735}" dt="2025-11-27T16:05:41.511" v="9582" actId="478"/>
          <ac:spMkLst>
            <pc:docMk/>
            <pc:sldMk cId="3130019549" sldId="2975"/>
            <ac:spMk id="53" creationId="{AF9FDA35-3CBA-06C5-A609-488FEF61DD58}"/>
          </ac:spMkLst>
        </pc:spChg>
        <pc:spChg chg="del">
          <ac:chgData name="Seunghun Jang" userId="3fc171b04cfc4c4d" providerId="LiveId" clId="{86BCE291-76A7-405F-9595-F6A0B4ED5735}" dt="2025-11-27T16:05:41.511" v="9582" actId="478"/>
          <ac:spMkLst>
            <pc:docMk/>
            <pc:sldMk cId="3130019549" sldId="2975"/>
            <ac:spMk id="54" creationId="{CF2DC4C4-D358-6E55-A0F0-04CC01C3AF58}"/>
          </ac:spMkLst>
        </pc:spChg>
        <pc:spChg chg="add mod">
          <ac:chgData name="Seunghun Jang" userId="3fc171b04cfc4c4d" providerId="LiveId" clId="{86BCE291-76A7-405F-9595-F6A0B4ED5735}" dt="2025-11-27T16:24:49.617" v="10299" actId="1076"/>
          <ac:spMkLst>
            <pc:docMk/>
            <pc:sldMk cId="3130019549" sldId="2975"/>
            <ac:spMk id="55" creationId="{2FDB2760-099A-4E37-67C1-7796F9EEE630}"/>
          </ac:spMkLst>
        </pc:spChg>
        <pc:spChg chg="del">
          <ac:chgData name="Seunghun Jang" userId="3fc171b04cfc4c4d" providerId="LiveId" clId="{86BCE291-76A7-405F-9595-F6A0B4ED5735}" dt="2025-11-27T16:05:41.511" v="9582" actId="478"/>
          <ac:spMkLst>
            <pc:docMk/>
            <pc:sldMk cId="3130019549" sldId="2975"/>
            <ac:spMk id="56" creationId="{9889C0F6-7BDF-CBFC-27EA-9C7C5A674FBE}"/>
          </ac:spMkLst>
        </pc:spChg>
        <pc:spChg chg="add mod">
          <ac:chgData name="Seunghun Jang" userId="3fc171b04cfc4c4d" providerId="LiveId" clId="{86BCE291-76A7-405F-9595-F6A0B4ED5735}" dt="2025-11-27T16:27:22.710" v="10317" actId="692"/>
          <ac:spMkLst>
            <pc:docMk/>
            <pc:sldMk cId="3130019549" sldId="2975"/>
            <ac:spMk id="57" creationId="{EBDDF0AE-8C3D-F127-DEC1-280665F269C0}"/>
          </ac:spMkLst>
        </pc:spChg>
        <pc:grpChg chg="add mod">
          <ac:chgData name="Seunghun Jang" userId="3fc171b04cfc4c4d" providerId="LiveId" clId="{86BCE291-76A7-405F-9595-F6A0B4ED5735}" dt="2025-11-27T16:24:49.617" v="10299" actId="1076"/>
          <ac:grpSpMkLst>
            <pc:docMk/>
            <pc:sldMk cId="3130019549" sldId="2975"/>
            <ac:grpSpMk id="30" creationId="{CFBBF0F7-AA83-445A-F4D6-64A97C0450B5}"/>
          </ac:grpSpMkLst>
        </pc:grpChg>
        <pc:grpChg chg="del">
          <ac:chgData name="Seunghun Jang" userId="3fc171b04cfc4c4d" providerId="LiveId" clId="{86BCE291-76A7-405F-9595-F6A0B4ED5735}" dt="2025-11-27T16:05:41.511" v="9582" actId="478"/>
          <ac:grpSpMkLst>
            <pc:docMk/>
            <pc:sldMk cId="3130019549" sldId="2975"/>
            <ac:grpSpMk id="36" creationId="{5FAF1E4B-3BE1-5260-6B4E-0DDF0B5CDFBA}"/>
          </ac:grpSpMkLst>
        </pc:grpChg>
        <pc:grpChg chg="del">
          <ac:chgData name="Seunghun Jang" userId="3fc171b04cfc4c4d" providerId="LiveId" clId="{86BCE291-76A7-405F-9595-F6A0B4ED5735}" dt="2025-11-27T16:05:41.511" v="9582" actId="478"/>
          <ac:grpSpMkLst>
            <pc:docMk/>
            <pc:sldMk cId="3130019549" sldId="2975"/>
            <ac:grpSpMk id="42" creationId="{1947A044-B61F-C8FB-6A3B-E331947FDBB6}"/>
          </ac:grpSpMkLst>
        </pc:grpChg>
        <pc:picChg chg="del">
          <ac:chgData name="Seunghun Jang" userId="3fc171b04cfc4c4d" providerId="LiveId" clId="{86BCE291-76A7-405F-9595-F6A0B4ED5735}" dt="2025-11-27T16:05:41.511" v="9582" actId="478"/>
          <ac:picMkLst>
            <pc:docMk/>
            <pc:sldMk cId="3130019549" sldId="2975"/>
            <ac:picMk id="4" creationId="{9827BE0D-BE1F-9C35-DC61-C70E65CE4832}"/>
          </ac:picMkLst>
        </pc:picChg>
        <pc:picChg chg="add mod">
          <ac:chgData name="Seunghun Jang" userId="3fc171b04cfc4c4d" providerId="LiveId" clId="{86BCE291-76A7-405F-9595-F6A0B4ED5735}" dt="2025-11-27T16:24:49.617" v="10299" actId="1076"/>
          <ac:picMkLst>
            <pc:docMk/>
            <pc:sldMk cId="3130019549" sldId="2975"/>
            <ac:picMk id="10" creationId="{15AFD7C3-3174-A2F6-3536-9E7C20B883C1}"/>
          </ac:picMkLst>
        </pc:picChg>
        <pc:picChg chg="add mod">
          <ac:chgData name="Seunghun Jang" userId="3fc171b04cfc4c4d" providerId="LiveId" clId="{86BCE291-76A7-405F-9595-F6A0B4ED5735}" dt="2025-11-27T16:19:08.050" v="10014" actId="164"/>
          <ac:picMkLst>
            <pc:docMk/>
            <pc:sldMk cId="3130019549" sldId="2975"/>
            <ac:picMk id="19" creationId="{4A6D9A84-0AE5-CCDA-1C80-011328B045A0}"/>
          </ac:picMkLst>
        </pc:picChg>
        <pc:picChg chg="add mod">
          <ac:chgData name="Seunghun Jang" userId="3fc171b04cfc4c4d" providerId="LiveId" clId="{86BCE291-76A7-405F-9595-F6A0B4ED5735}" dt="2025-11-27T16:24:49.617" v="10299" actId="1076"/>
          <ac:picMkLst>
            <pc:docMk/>
            <pc:sldMk cId="3130019549" sldId="2975"/>
            <ac:picMk id="20" creationId="{9BA1B494-C564-A877-9AC5-FC388A45A558}"/>
          </ac:picMkLst>
        </pc:picChg>
        <pc:picChg chg="add mod">
          <ac:chgData name="Seunghun Jang" userId="3fc171b04cfc4c4d" providerId="LiveId" clId="{86BCE291-76A7-405F-9595-F6A0B4ED5735}" dt="2025-11-27T16:25:42.942" v="10308" actId="208"/>
          <ac:picMkLst>
            <pc:docMk/>
            <pc:sldMk cId="3130019549" sldId="2975"/>
            <ac:picMk id="22" creationId="{4FD30DD5-3A53-DDB9-8986-F74DF6A13694}"/>
          </ac:picMkLst>
        </pc:picChg>
        <pc:picChg chg="add mod">
          <ac:chgData name="Seunghun Jang" userId="3fc171b04cfc4c4d" providerId="LiveId" clId="{86BCE291-76A7-405F-9595-F6A0B4ED5735}" dt="2025-11-27T16:24:49.617" v="10299" actId="1076"/>
          <ac:picMkLst>
            <pc:docMk/>
            <pc:sldMk cId="3130019549" sldId="2975"/>
            <ac:picMk id="23" creationId="{8BBEFFB2-0757-6B60-D342-979932CCA39E}"/>
          </ac:picMkLst>
        </pc:picChg>
        <pc:picChg chg="add mod">
          <ac:chgData name="Seunghun Jang" userId="3fc171b04cfc4c4d" providerId="LiveId" clId="{86BCE291-76A7-405F-9595-F6A0B4ED5735}" dt="2025-11-27T16:24:49.617" v="10299" actId="1076"/>
          <ac:picMkLst>
            <pc:docMk/>
            <pc:sldMk cId="3130019549" sldId="2975"/>
            <ac:picMk id="25" creationId="{F7A22BA9-BE70-F4D2-9933-D615B0B6E229}"/>
          </ac:picMkLst>
        </pc:picChg>
        <pc:cxnChg chg="del">
          <ac:chgData name="Seunghun Jang" userId="3fc171b04cfc4c4d" providerId="LiveId" clId="{86BCE291-76A7-405F-9595-F6A0B4ED5735}" dt="2025-11-27T16:05:41.511" v="9582" actId="478"/>
          <ac:cxnSpMkLst>
            <pc:docMk/>
            <pc:sldMk cId="3130019549" sldId="2975"/>
            <ac:cxnSpMk id="21" creationId="{A4BE5966-A622-3F65-0BAA-66B33E0032F9}"/>
          </ac:cxnSpMkLst>
        </pc:cxnChg>
        <pc:cxnChg chg="del">
          <ac:chgData name="Seunghun Jang" userId="3fc171b04cfc4c4d" providerId="LiveId" clId="{86BCE291-76A7-405F-9595-F6A0B4ED5735}" dt="2025-11-27T16:05:41.511" v="9582" actId="478"/>
          <ac:cxnSpMkLst>
            <pc:docMk/>
            <pc:sldMk cId="3130019549" sldId="2975"/>
            <ac:cxnSpMk id="24" creationId="{2CEFE7DB-7508-1C74-48F2-0552CF856FD2}"/>
          </ac:cxnSpMkLst>
        </pc:cxnChg>
        <pc:cxnChg chg="del">
          <ac:chgData name="Seunghun Jang" userId="3fc171b04cfc4c4d" providerId="LiveId" clId="{86BCE291-76A7-405F-9595-F6A0B4ED5735}" dt="2025-11-27T16:05:41.511" v="9582" actId="478"/>
          <ac:cxnSpMkLst>
            <pc:docMk/>
            <pc:sldMk cId="3130019549" sldId="2975"/>
            <ac:cxnSpMk id="45" creationId="{5ED97B59-5BF2-4187-76EA-7DC62511486C}"/>
          </ac:cxnSpMkLst>
        </pc:cxnChg>
        <pc:cxnChg chg="add mod">
          <ac:chgData name="Seunghun Jang" userId="3fc171b04cfc4c4d" providerId="LiveId" clId="{86BCE291-76A7-405F-9595-F6A0B4ED5735}" dt="2025-11-27T16:27:22.710" v="10317" actId="692"/>
          <ac:cxnSpMkLst>
            <pc:docMk/>
            <pc:sldMk cId="3130019549" sldId="2975"/>
            <ac:cxnSpMk id="59" creationId="{42E9D0D2-69AA-D295-5B2D-519F8443DA23}"/>
          </ac:cxnSpMkLst>
        </pc:cxnChg>
        <pc:cxnChg chg="add mod">
          <ac:chgData name="Seunghun Jang" userId="3fc171b04cfc4c4d" providerId="LiveId" clId="{86BCE291-76A7-405F-9595-F6A0B4ED5735}" dt="2025-11-27T16:27:22.710" v="10317" actId="692"/>
          <ac:cxnSpMkLst>
            <pc:docMk/>
            <pc:sldMk cId="3130019549" sldId="2975"/>
            <ac:cxnSpMk id="61" creationId="{A26AA3D4-C5D2-B401-1214-205835073A48}"/>
          </ac:cxnSpMkLst>
        </pc:cxnChg>
      </pc:sldChg>
      <pc:sldChg chg="del">
        <pc:chgData name="Seunghun Jang" userId="3fc171b04cfc4c4d" providerId="LiveId" clId="{86BCE291-76A7-405F-9595-F6A0B4ED5735}" dt="2025-11-27T10:19:42.120" v="1184" actId="47"/>
        <pc:sldMkLst>
          <pc:docMk/>
          <pc:sldMk cId="36004874" sldId="2976"/>
        </pc:sldMkLst>
      </pc:sldChg>
      <pc:sldChg chg="addSp delSp modSp add mod">
        <pc:chgData name="Seunghun Jang" userId="3fc171b04cfc4c4d" providerId="LiveId" clId="{86BCE291-76A7-405F-9595-F6A0B4ED5735}" dt="2025-11-28T03:59:48.979" v="11887" actId="1076"/>
        <pc:sldMkLst>
          <pc:docMk/>
          <pc:sldMk cId="1193257202" sldId="2976"/>
        </pc:sldMkLst>
        <pc:spChg chg="mod">
          <ac:chgData name="Seunghun Jang" userId="3fc171b04cfc4c4d" providerId="LiveId" clId="{86BCE291-76A7-405F-9595-F6A0B4ED5735}" dt="2025-11-27T16:32:09.720" v="10462" actId="20577"/>
          <ac:spMkLst>
            <pc:docMk/>
            <pc:sldMk cId="1193257202" sldId="2976"/>
            <ac:spMk id="2" creationId="{54E062B6-3DF8-9843-53DC-9B6AAED9181C}"/>
          </ac:spMkLst>
        </pc:spChg>
        <pc:spChg chg="mod">
          <ac:chgData name="Seunghun Jang" userId="3fc171b04cfc4c4d" providerId="LiveId" clId="{86BCE291-76A7-405F-9595-F6A0B4ED5735}" dt="2025-11-28T01:59:05.595" v="11130" actId="20577"/>
          <ac:spMkLst>
            <pc:docMk/>
            <pc:sldMk cId="1193257202" sldId="2976"/>
            <ac:spMk id="3" creationId="{8C772709-6B95-4AF2-E1D7-35059EE79EAD}"/>
          </ac:spMkLst>
        </pc:spChg>
        <pc:spChg chg="add mod">
          <ac:chgData name="Seunghun Jang" userId="3fc171b04cfc4c4d" providerId="LiveId" clId="{86BCE291-76A7-405F-9595-F6A0B4ED5735}" dt="2025-11-28T03:59:48.979" v="11887" actId="1076"/>
          <ac:spMkLst>
            <pc:docMk/>
            <pc:sldMk cId="1193257202" sldId="2976"/>
            <ac:spMk id="7" creationId="{44E61005-B748-1FA7-71C4-EA72750A093F}"/>
          </ac:spMkLst>
        </pc:spChg>
        <pc:spChg chg="add mod">
          <ac:chgData name="Seunghun Jang" userId="3fc171b04cfc4c4d" providerId="LiveId" clId="{86BCE291-76A7-405F-9595-F6A0B4ED5735}" dt="2025-11-28T03:59:48.979" v="11887" actId="1076"/>
          <ac:spMkLst>
            <pc:docMk/>
            <pc:sldMk cId="1193257202" sldId="2976"/>
            <ac:spMk id="11" creationId="{833D2957-3AEF-DBD5-2E6B-152E43E4D7AE}"/>
          </ac:spMkLst>
        </pc:spChg>
        <pc:spChg chg="add mod">
          <ac:chgData name="Seunghun Jang" userId="3fc171b04cfc4c4d" providerId="LiveId" clId="{86BCE291-76A7-405F-9595-F6A0B4ED5735}" dt="2025-11-28T03:59:48.979" v="11887" actId="1076"/>
          <ac:spMkLst>
            <pc:docMk/>
            <pc:sldMk cId="1193257202" sldId="2976"/>
            <ac:spMk id="12" creationId="{2B3806ED-92D4-5661-52F5-1AAADC43EFC9}"/>
          </ac:spMkLst>
        </pc:spChg>
        <pc:spChg chg="add mod">
          <ac:chgData name="Seunghun Jang" userId="3fc171b04cfc4c4d" providerId="LiveId" clId="{86BCE291-76A7-405F-9595-F6A0B4ED5735}" dt="2025-11-28T03:59:48.979" v="11887" actId="1076"/>
          <ac:spMkLst>
            <pc:docMk/>
            <pc:sldMk cId="1193257202" sldId="2976"/>
            <ac:spMk id="13" creationId="{26FFA2F8-FB53-F41C-2E59-6307B08C73B1}"/>
          </ac:spMkLst>
        </pc:spChg>
        <pc:spChg chg="add mod">
          <ac:chgData name="Seunghun Jang" userId="3fc171b04cfc4c4d" providerId="LiveId" clId="{86BCE291-76A7-405F-9595-F6A0B4ED5735}" dt="2025-11-28T01:25:36.325" v="10710" actId="164"/>
          <ac:spMkLst>
            <pc:docMk/>
            <pc:sldMk cId="1193257202" sldId="2976"/>
            <ac:spMk id="17" creationId="{89FA41AC-2BC2-7A75-7AA9-5C334D88BB84}"/>
          </ac:spMkLst>
        </pc:spChg>
        <pc:spChg chg="add mod">
          <ac:chgData name="Seunghun Jang" userId="3fc171b04cfc4c4d" providerId="LiveId" clId="{86BCE291-76A7-405F-9595-F6A0B4ED5735}" dt="2025-11-28T01:25:36.325" v="10710" actId="164"/>
          <ac:spMkLst>
            <pc:docMk/>
            <pc:sldMk cId="1193257202" sldId="2976"/>
            <ac:spMk id="21" creationId="{773A051F-7683-9E40-49A5-79EB5D59E662}"/>
          </ac:spMkLst>
        </pc:spChg>
        <pc:spChg chg="del">
          <ac:chgData name="Seunghun Jang" userId="3fc171b04cfc4c4d" providerId="LiveId" clId="{86BCE291-76A7-405F-9595-F6A0B4ED5735}" dt="2025-11-27T16:29:28.194" v="10319" actId="478"/>
          <ac:spMkLst>
            <pc:docMk/>
            <pc:sldMk cId="1193257202" sldId="2976"/>
            <ac:spMk id="33" creationId="{CB18EDFD-EFB5-95DE-0E88-AA74ECD7BA3F}"/>
          </ac:spMkLst>
        </pc:spChg>
        <pc:spChg chg="del">
          <ac:chgData name="Seunghun Jang" userId="3fc171b04cfc4c4d" providerId="LiveId" clId="{86BCE291-76A7-405F-9595-F6A0B4ED5735}" dt="2025-11-27T16:29:28.194" v="10319" actId="478"/>
          <ac:spMkLst>
            <pc:docMk/>
            <pc:sldMk cId="1193257202" sldId="2976"/>
            <ac:spMk id="37" creationId="{6C36CE48-5E2A-2F27-3A01-BBA0E49D8FC5}"/>
          </ac:spMkLst>
        </pc:spChg>
        <pc:spChg chg="add mod ord">
          <ac:chgData name="Seunghun Jang" userId="3fc171b04cfc4c4d" providerId="LiveId" clId="{86BCE291-76A7-405F-9595-F6A0B4ED5735}" dt="2025-11-28T03:59:48.979" v="11887" actId="1076"/>
          <ac:spMkLst>
            <pc:docMk/>
            <pc:sldMk cId="1193257202" sldId="2976"/>
            <ac:spMk id="38" creationId="{1701558D-B354-2346-0470-3CC0673FAAE9}"/>
          </ac:spMkLst>
        </pc:spChg>
        <pc:spChg chg="del">
          <ac:chgData name="Seunghun Jang" userId="3fc171b04cfc4c4d" providerId="LiveId" clId="{86BCE291-76A7-405F-9595-F6A0B4ED5735}" dt="2025-11-27T16:29:28.194" v="10319" actId="478"/>
          <ac:spMkLst>
            <pc:docMk/>
            <pc:sldMk cId="1193257202" sldId="2976"/>
            <ac:spMk id="40" creationId="{F8821C12-3E6B-728E-8B86-0F1481A6D2BB}"/>
          </ac:spMkLst>
        </pc:spChg>
        <pc:spChg chg="del">
          <ac:chgData name="Seunghun Jang" userId="3fc171b04cfc4c4d" providerId="LiveId" clId="{86BCE291-76A7-405F-9595-F6A0B4ED5735}" dt="2025-11-27T16:29:28.194" v="10319" actId="478"/>
          <ac:spMkLst>
            <pc:docMk/>
            <pc:sldMk cId="1193257202" sldId="2976"/>
            <ac:spMk id="41" creationId="{09B618C6-BEF4-0849-A206-1F2EE68AD3B8}"/>
          </ac:spMkLst>
        </pc:spChg>
        <pc:spChg chg="del">
          <ac:chgData name="Seunghun Jang" userId="3fc171b04cfc4c4d" providerId="LiveId" clId="{86BCE291-76A7-405F-9595-F6A0B4ED5735}" dt="2025-11-27T16:29:28.194" v="10319" actId="478"/>
          <ac:spMkLst>
            <pc:docMk/>
            <pc:sldMk cId="1193257202" sldId="2976"/>
            <ac:spMk id="43" creationId="{0812F9B8-EC8F-F346-B39C-961B8528B304}"/>
          </ac:spMkLst>
        </pc:spChg>
        <pc:spChg chg="del">
          <ac:chgData name="Seunghun Jang" userId="3fc171b04cfc4c4d" providerId="LiveId" clId="{86BCE291-76A7-405F-9595-F6A0B4ED5735}" dt="2025-11-27T16:29:28.194" v="10319" actId="478"/>
          <ac:spMkLst>
            <pc:docMk/>
            <pc:sldMk cId="1193257202" sldId="2976"/>
            <ac:spMk id="44" creationId="{CCA66F50-DA4F-FA61-B734-CC70169C6757}"/>
          </ac:spMkLst>
        </pc:spChg>
        <pc:spChg chg="add mod">
          <ac:chgData name="Seunghun Jang" userId="3fc171b04cfc4c4d" providerId="LiveId" clId="{86BCE291-76A7-405F-9595-F6A0B4ED5735}" dt="2025-11-28T03:59:48.979" v="11887" actId="1076"/>
          <ac:spMkLst>
            <pc:docMk/>
            <pc:sldMk cId="1193257202" sldId="2976"/>
            <ac:spMk id="45" creationId="{70CF7E61-BC09-46B9-A1D5-6E96CECB33A4}"/>
          </ac:spMkLst>
        </pc:spChg>
        <pc:spChg chg="del">
          <ac:chgData name="Seunghun Jang" userId="3fc171b04cfc4c4d" providerId="LiveId" clId="{86BCE291-76A7-405F-9595-F6A0B4ED5735}" dt="2025-11-27T16:29:28.194" v="10319" actId="478"/>
          <ac:spMkLst>
            <pc:docMk/>
            <pc:sldMk cId="1193257202" sldId="2976"/>
            <ac:spMk id="46" creationId="{678401F3-4B64-4A9F-510F-ACC9801C553B}"/>
          </ac:spMkLst>
        </pc:spChg>
        <pc:spChg chg="del">
          <ac:chgData name="Seunghun Jang" userId="3fc171b04cfc4c4d" providerId="LiveId" clId="{86BCE291-76A7-405F-9595-F6A0B4ED5735}" dt="2025-11-27T16:29:28.194" v="10319" actId="478"/>
          <ac:spMkLst>
            <pc:docMk/>
            <pc:sldMk cId="1193257202" sldId="2976"/>
            <ac:spMk id="48" creationId="{F8E0E34D-FC7B-605F-C067-59FC78272633}"/>
          </ac:spMkLst>
        </pc:spChg>
        <pc:spChg chg="add mod">
          <ac:chgData name="Seunghun Jang" userId="3fc171b04cfc4c4d" providerId="LiveId" clId="{86BCE291-76A7-405F-9595-F6A0B4ED5735}" dt="2025-11-28T01:58:06.626" v="11105" actId="571"/>
          <ac:spMkLst>
            <pc:docMk/>
            <pc:sldMk cId="1193257202" sldId="2976"/>
            <ac:spMk id="49" creationId="{1355305C-75A5-1436-2280-E06E80BF4787}"/>
          </ac:spMkLst>
        </pc:spChg>
        <pc:spChg chg="del">
          <ac:chgData name="Seunghun Jang" userId="3fc171b04cfc4c4d" providerId="LiveId" clId="{86BCE291-76A7-405F-9595-F6A0B4ED5735}" dt="2025-11-27T16:29:28.194" v="10319" actId="478"/>
          <ac:spMkLst>
            <pc:docMk/>
            <pc:sldMk cId="1193257202" sldId="2976"/>
            <ac:spMk id="50" creationId="{C6E04A3E-66DC-23F4-BC39-B8877DD86735}"/>
          </ac:spMkLst>
        </pc:spChg>
        <pc:spChg chg="del">
          <ac:chgData name="Seunghun Jang" userId="3fc171b04cfc4c4d" providerId="LiveId" clId="{86BCE291-76A7-405F-9595-F6A0B4ED5735}" dt="2025-11-27T16:29:28.194" v="10319" actId="478"/>
          <ac:spMkLst>
            <pc:docMk/>
            <pc:sldMk cId="1193257202" sldId="2976"/>
            <ac:spMk id="52" creationId="{98278AD4-36D0-850E-F48E-5DC9AE39C77D}"/>
          </ac:spMkLst>
        </pc:spChg>
        <pc:spChg chg="add mod">
          <ac:chgData name="Seunghun Jang" userId="3fc171b04cfc4c4d" providerId="LiveId" clId="{86BCE291-76A7-405F-9595-F6A0B4ED5735}" dt="2025-11-28T01:58:06.626" v="11105" actId="571"/>
          <ac:spMkLst>
            <pc:docMk/>
            <pc:sldMk cId="1193257202" sldId="2976"/>
            <ac:spMk id="53" creationId="{D088588B-8800-628C-101A-6C89A0793AFA}"/>
          </ac:spMkLst>
        </pc:spChg>
        <pc:spChg chg="add mod">
          <ac:chgData name="Seunghun Jang" userId="3fc171b04cfc4c4d" providerId="LiveId" clId="{86BCE291-76A7-405F-9595-F6A0B4ED5735}" dt="2025-11-28T01:58:06.626" v="11105" actId="571"/>
          <ac:spMkLst>
            <pc:docMk/>
            <pc:sldMk cId="1193257202" sldId="2976"/>
            <ac:spMk id="54" creationId="{8CD5887C-CA70-E863-CD01-EBCD8512C630}"/>
          </ac:spMkLst>
        </pc:spChg>
        <pc:spChg chg="del">
          <ac:chgData name="Seunghun Jang" userId="3fc171b04cfc4c4d" providerId="LiveId" clId="{86BCE291-76A7-405F-9595-F6A0B4ED5735}" dt="2025-11-27T16:29:28.194" v="10319" actId="478"/>
          <ac:spMkLst>
            <pc:docMk/>
            <pc:sldMk cId="1193257202" sldId="2976"/>
            <ac:spMk id="55" creationId="{2FDB2760-099A-4E37-67C1-7796F9EEE630}"/>
          </ac:spMkLst>
        </pc:spChg>
        <pc:spChg chg="add mod">
          <ac:chgData name="Seunghun Jang" userId="3fc171b04cfc4c4d" providerId="LiveId" clId="{86BCE291-76A7-405F-9595-F6A0B4ED5735}" dt="2025-11-28T01:58:06.626" v="11105" actId="571"/>
          <ac:spMkLst>
            <pc:docMk/>
            <pc:sldMk cId="1193257202" sldId="2976"/>
            <ac:spMk id="56" creationId="{1E7CDDB7-8D74-C128-0682-09E9CD297878}"/>
          </ac:spMkLst>
        </pc:spChg>
        <pc:spChg chg="del">
          <ac:chgData name="Seunghun Jang" userId="3fc171b04cfc4c4d" providerId="LiveId" clId="{86BCE291-76A7-405F-9595-F6A0B4ED5735}" dt="2025-11-27T16:29:28.194" v="10319" actId="478"/>
          <ac:spMkLst>
            <pc:docMk/>
            <pc:sldMk cId="1193257202" sldId="2976"/>
            <ac:spMk id="57" creationId="{EBDDF0AE-8C3D-F127-DEC1-280665F269C0}"/>
          </ac:spMkLst>
        </pc:spChg>
        <pc:spChg chg="add mod">
          <ac:chgData name="Seunghun Jang" userId="3fc171b04cfc4c4d" providerId="LiveId" clId="{86BCE291-76A7-405F-9595-F6A0B4ED5735}" dt="2025-11-28T01:58:06.626" v="11105" actId="571"/>
          <ac:spMkLst>
            <pc:docMk/>
            <pc:sldMk cId="1193257202" sldId="2976"/>
            <ac:spMk id="58" creationId="{58C78D9E-E99A-ABFB-6E20-B07EBD513AA0}"/>
          </ac:spMkLst>
        </pc:spChg>
        <pc:spChg chg="mod">
          <ac:chgData name="Seunghun Jang" userId="3fc171b04cfc4c4d" providerId="LiveId" clId="{86BCE291-76A7-405F-9595-F6A0B4ED5735}" dt="2025-11-28T01:58:06.626" v="11105" actId="571"/>
          <ac:spMkLst>
            <pc:docMk/>
            <pc:sldMk cId="1193257202" sldId="2976"/>
            <ac:spMk id="64" creationId="{85B2DAB1-D493-F7C0-FC0A-663C45F0D1C0}"/>
          </ac:spMkLst>
        </pc:spChg>
        <pc:spChg chg="mod">
          <ac:chgData name="Seunghun Jang" userId="3fc171b04cfc4c4d" providerId="LiveId" clId="{86BCE291-76A7-405F-9595-F6A0B4ED5735}" dt="2025-11-28T01:58:06.626" v="11105" actId="571"/>
          <ac:spMkLst>
            <pc:docMk/>
            <pc:sldMk cId="1193257202" sldId="2976"/>
            <ac:spMk id="66" creationId="{4FFD0670-8E1D-A791-916B-CD45D349F732}"/>
          </ac:spMkLst>
        </pc:spChg>
        <pc:spChg chg="add mod">
          <ac:chgData name="Seunghun Jang" userId="3fc171b04cfc4c4d" providerId="LiveId" clId="{86BCE291-76A7-405F-9595-F6A0B4ED5735}" dt="2025-11-28T01:58:06.626" v="11105" actId="571"/>
          <ac:spMkLst>
            <pc:docMk/>
            <pc:sldMk cId="1193257202" sldId="2976"/>
            <ac:spMk id="75" creationId="{ADD73A5F-E34A-C72A-3CED-AE2B0630025B}"/>
          </ac:spMkLst>
        </pc:spChg>
        <pc:grpChg chg="del">
          <ac:chgData name="Seunghun Jang" userId="3fc171b04cfc4c4d" providerId="LiveId" clId="{86BCE291-76A7-405F-9595-F6A0B4ED5735}" dt="2025-11-27T16:29:28.194" v="10319" actId="478"/>
          <ac:grpSpMkLst>
            <pc:docMk/>
            <pc:sldMk cId="1193257202" sldId="2976"/>
            <ac:grpSpMk id="30" creationId="{CFBBF0F7-AA83-445A-F4D6-64A97C0450B5}"/>
          </ac:grpSpMkLst>
        </pc:grpChg>
        <pc:grpChg chg="add mod">
          <ac:chgData name="Seunghun Jang" userId="3fc171b04cfc4c4d" providerId="LiveId" clId="{86BCE291-76A7-405F-9595-F6A0B4ED5735}" dt="2025-11-28T03:59:48.979" v="11887" actId="1076"/>
          <ac:grpSpMkLst>
            <pc:docMk/>
            <pc:sldMk cId="1193257202" sldId="2976"/>
            <ac:grpSpMk id="36" creationId="{8A3FAB43-6846-7C4F-C48D-E59D22AA9935}"/>
          </ac:grpSpMkLst>
        </pc:grpChg>
        <pc:grpChg chg="add mod">
          <ac:chgData name="Seunghun Jang" userId="3fc171b04cfc4c4d" providerId="LiveId" clId="{86BCE291-76A7-405F-9595-F6A0B4ED5735}" dt="2025-11-28T01:58:06.626" v="11105" actId="571"/>
          <ac:grpSpMkLst>
            <pc:docMk/>
            <pc:sldMk cId="1193257202" sldId="2976"/>
            <ac:grpSpMk id="60" creationId="{B57A3B4E-0176-40C9-A66D-95846FD6191D}"/>
          </ac:grpSpMkLst>
        </pc:grpChg>
        <pc:graphicFrameChg chg="add mod">
          <ac:chgData name="Seunghun Jang" userId="3fc171b04cfc4c4d" providerId="LiveId" clId="{86BCE291-76A7-405F-9595-F6A0B4ED5735}" dt="2025-11-28T01:25:36.325" v="10710" actId="164"/>
          <ac:graphicFrameMkLst>
            <pc:docMk/>
            <pc:sldMk cId="1193257202" sldId="2976"/>
            <ac:graphicFrameMk id="31" creationId="{BA2B92B8-A5D7-CE5F-6C34-EEB2BADDBFEE}"/>
          </ac:graphicFrameMkLst>
        </pc:graphicFrameChg>
        <pc:graphicFrameChg chg="add mod">
          <ac:chgData name="Seunghun Jang" userId="3fc171b04cfc4c4d" providerId="LiveId" clId="{86BCE291-76A7-405F-9595-F6A0B4ED5735}" dt="2025-11-28T01:25:36.325" v="10710" actId="164"/>
          <ac:graphicFrameMkLst>
            <pc:docMk/>
            <pc:sldMk cId="1193257202" sldId="2976"/>
            <ac:graphicFrameMk id="32" creationId="{606EF778-8FF0-0034-2932-54E90359B4FD}"/>
          </ac:graphicFrameMkLst>
        </pc:graphicFrameChg>
        <pc:graphicFrameChg chg="add mod">
          <ac:chgData name="Seunghun Jang" userId="3fc171b04cfc4c4d" providerId="LiveId" clId="{86BCE291-76A7-405F-9595-F6A0B4ED5735}" dt="2025-11-28T01:25:36.325" v="10710" actId="164"/>
          <ac:graphicFrameMkLst>
            <pc:docMk/>
            <pc:sldMk cId="1193257202" sldId="2976"/>
            <ac:graphicFrameMk id="34" creationId="{F76D22FE-3A02-7FB6-375B-07632A3C8996}"/>
          </ac:graphicFrameMkLst>
        </pc:graphicFrameChg>
        <pc:graphicFrameChg chg="add mod">
          <ac:chgData name="Seunghun Jang" userId="3fc171b04cfc4c4d" providerId="LiveId" clId="{86BCE291-76A7-405F-9595-F6A0B4ED5735}" dt="2025-11-28T01:25:36.325" v="10710" actId="164"/>
          <ac:graphicFrameMkLst>
            <pc:docMk/>
            <pc:sldMk cId="1193257202" sldId="2976"/>
            <ac:graphicFrameMk id="35" creationId="{07E2FF8B-3A69-AE16-99D3-EABAEE111D04}"/>
          </ac:graphicFrameMkLst>
        </pc:graphicFrameChg>
        <pc:graphicFrameChg chg="mod">
          <ac:chgData name="Seunghun Jang" userId="3fc171b04cfc4c4d" providerId="LiveId" clId="{86BCE291-76A7-405F-9595-F6A0B4ED5735}" dt="2025-11-28T01:58:06.626" v="11105" actId="571"/>
          <ac:graphicFrameMkLst>
            <pc:docMk/>
            <pc:sldMk cId="1193257202" sldId="2976"/>
            <ac:graphicFrameMk id="70" creationId="{BD67CB83-D6EF-645B-23C9-D4D49A04F2F4}"/>
          </ac:graphicFrameMkLst>
        </pc:graphicFrameChg>
        <pc:graphicFrameChg chg="mod">
          <ac:chgData name="Seunghun Jang" userId="3fc171b04cfc4c4d" providerId="LiveId" clId="{86BCE291-76A7-405F-9595-F6A0B4ED5735}" dt="2025-11-28T01:58:06.626" v="11105" actId="571"/>
          <ac:graphicFrameMkLst>
            <pc:docMk/>
            <pc:sldMk cId="1193257202" sldId="2976"/>
            <ac:graphicFrameMk id="71" creationId="{EDE26E41-9116-9507-B5D5-5DA241BF048E}"/>
          </ac:graphicFrameMkLst>
        </pc:graphicFrameChg>
        <pc:graphicFrameChg chg="mod">
          <ac:chgData name="Seunghun Jang" userId="3fc171b04cfc4c4d" providerId="LiveId" clId="{86BCE291-76A7-405F-9595-F6A0B4ED5735}" dt="2025-11-28T01:58:06.626" v="11105" actId="571"/>
          <ac:graphicFrameMkLst>
            <pc:docMk/>
            <pc:sldMk cId="1193257202" sldId="2976"/>
            <ac:graphicFrameMk id="72" creationId="{03E668A0-1583-7928-F72E-FA32CACF1D3A}"/>
          </ac:graphicFrameMkLst>
        </pc:graphicFrameChg>
        <pc:graphicFrameChg chg="mod">
          <ac:chgData name="Seunghun Jang" userId="3fc171b04cfc4c4d" providerId="LiveId" clId="{86BCE291-76A7-405F-9595-F6A0B4ED5735}" dt="2025-11-28T01:58:06.626" v="11105" actId="571"/>
          <ac:graphicFrameMkLst>
            <pc:docMk/>
            <pc:sldMk cId="1193257202" sldId="2976"/>
            <ac:graphicFrameMk id="73" creationId="{F2848B41-3D08-6C5C-48F3-DF80EEEAC2FF}"/>
          </ac:graphicFrameMkLst>
        </pc:graphicFrameChg>
        <pc:picChg chg="add del mod">
          <ac:chgData name="Seunghun Jang" userId="3fc171b04cfc4c4d" providerId="LiveId" clId="{86BCE291-76A7-405F-9595-F6A0B4ED5735}" dt="2025-11-28T01:16:45.864" v="10479" actId="478"/>
          <ac:picMkLst>
            <pc:docMk/>
            <pc:sldMk cId="1193257202" sldId="2976"/>
            <ac:picMk id="4" creationId="{46B08638-E967-734C-41E2-5C0DCFF916D6}"/>
          </ac:picMkLst>
        </pc:picChg>
        <pc:picChg chg="add mod ord modCrop">
          <ac:chgData name="Seunghun Jang" userId="3fc171b04cfc4c4d" providerId="LiveId" clId="{86BCE291-76A7-405F-9595-F6A0B4ED5735}" dt="2025-11-28T03:59:48.979" v="11887" actId="1076"/>
          <ac:picMkLst>
            <pc:docMk/>
            <pc:sldMk cId="1193257202" sldId="2976"/>
            <ac:picMk id="8" creationId="{CDBD86E3-7782-E536-C760-141DC7B76AAE}"/>
          </ac:picMkLst>
        </pc:picChg>
        <pc:picChg chg="add mod">
          <ac:chgData name="Seunghun Jang" userId="3fc171b04cfc4c4d" providerId="LiveId" clId="{86BCE291-76A7-405F-9595-F6A0B4ED5735}" dt="2025-11-28T03:59:48.979" v="11887" actId="1076"/>
          <ac:picMkLst>
            <pc:docMk/>
            <pc:sldMk cId="1193257202" sldId="2976"/>
            <ac:picMk id="9" creationId="{18723298-DA8A-7B7B-1111-245E33044DF9}"/>
          </ac:picMkLst>
        </pc:picChg>
        <pc:picChg chg="del">
          <ac:chgData name="Seunghun Jang" userId="3fc171b04cfc4c4d" providerId="LiveId" clId="{86BCE291-76A7-405F-9595-F6A0B4ED5735}" dt="2025-11-27T16:29:28.194" v="10319" actId="478"/>
          <ac:picMkLst>
            <pc:docMk/>
            <pc:sldMk cId="1193257202" sldId="2976"/>
            <ac:picMk id="10" creationId="{15AFD7C3-3174-A2F6-3536-9E7C20B883C1}"/>
          </ac:picMkLst>
        </pc:picChg>
        <pc:picChg chg="add mod">
          <ac:chgData name="Seunghun Jang" userId="3fc171b04cfc4c4d" providerId="LiveId" clId="{86BCE291-76A7-405F-9595-F6A0B4ED5735}" dt="2025-11-28T01:25:36.325" v="10710" actId="164"/>
          <ac:picMkLst>
            <pc:docMk/>
            <pc:sldMk cId="1193257202" sldId="2976"/>
            <ac:picMk id="14" creationId="{08D83B72-D92C-B398-20E7-789A2C896852}"/>
          </ac:picMkLst>
        </pc:picChg>
        <pc:picChg chg="del">
          <ac:chgData name="Seunghun Jang" userId="3fc171b04cfc4c4d" providerId="LiveId" clId="{86BCE291-76A7-405F-9595-F6A0B4ED5735}" dt="2025-11-27T16:29:28.194" v="10319" actId="478"/>
          <ac:picMkLst>
            <pc:docMk/>
            <pc:sldMk cId="1193257202" sldId="2976"/>
            <ac:picMk id="20" creationId="{9BA1B494-C564-A877-9AC5-FC388A45A558}"/>
          </ac:picMkLst>
        </pc:picChg>
        <pc:picChg chg="del">
          <ac:chgData name="Seunghun Jang" userId="3fc171b04cfc4c4d" providerId="LiveId" clId="{86BCE291-76A7-405F-9595-F6A0B4ED5735}" dt="2025-11-27T16:29:28.194" v="10319" actId="478"/>
          <ac:picMkLst>
            <pc:docMk/>
            <pc:sldMk cId="1193257202" sldId="2976"/>
            <ac:picMk id="22" creationId="{4FD30DD5-3A53-DDB9-8986-F74DF6A13694}"/>
          </ac:picMkLst>
        </pc:picChg>
        <pc:picChg chg="del">
          <ac:chgData name="Seunghun Jang" userId="3fc171b04cfc4c4d" providerId="LiveId" clId="{86BCE291-76A7-405F-9595-F6A0B4ED5735}" dt="2025-11-27T16:29:28.194" v="10319" actId="478"/>
          <ac:picMkLst>
            <pc:docMk/>
            <pc:sldMk cId="1193257202" sldId="2976"/>
            <ac:picMk id="23" creationId="{8BBEFFB2-0757-6B60-D342-979932CCA39E}"/>
          </ac:picMkLst>
        </pc:picChg>
        <pc:picChg chg="del">
          <ac:chgData name="Seunghun Jang" userId="3fc171b04cfc4c4d" providerId="LiveId" clId="{86BCE291-76A7-405F-9595-F6A0B4ED5735}" dt="2025-11-27T16:29:28.194" v="10319" actId="478"/>
          <ac:picMkLst>
            <pc:docMk/>
            <pc:sldMk cId="1193257202" sldId="2976"/>
            <ac:picMk id="25" creationId="{F7A22BA9-BE70-F4D2-9933-D615B0B6E229}"/>
          </ac:picMkLst>
        </pc:picChg>
        <pc:picChg chg="add del mod">
          <ac:chgData name="Seunghun Jang" userId="3fc171b04cfc4c4d" providerId="LiveId" clId="{86BCE291-76A7-405F-9595-F6A0B4ED5735}" dt="2025-11-28T03:59:42.222" v="11886" actId="478"/>
          <ac:picMkLst>
            <pc:docMk/>
            <pc:sldMk cId="1193257202" sldId="2976"/>
            <ac:picMk id="47" creationId="{2C99BC20-9D9D-E330-EA07-956BFCF7D2AF}"/>
          </ac:picMkLst>
        </pc:picChg>
        <pc:picChg chg="add mod">
          <ac:chgData name="Seunghun Jang" userId="3fc171b04cfc4c4d" providerId="LiveId" clId="{86BCE291-76A7-405F-9595-F6A0B4ED5735}" dt="2025-11-28T01:58:06.626" v="11105" actId="571"/>
          <ac:picMkLst>
            <pc:docMk/>
            <pc:sldMk cId="1193257202" sldId="2976"/>
            <ac:picMk id="51" creationId="{DED573F1-BF66-D712-9044-630799F4F8E6}"/>
          </ac:picMkLst>
        </pc:picChg>
        <pc:picChg chg="mod">
          <ac:chgData name="Seunghun Jang" userId="3fc171b04cfc4c4d" providerId="LiveId" clId="{86BCE291-76A7-405F-9595-F6A0B4ED5735}" dt="2025-11-28T01:58:06.626" v="11105" actId="571"/>
          <ac:picMkLst>
            <pc:docMk/>
            <pc:sldMk cId="1193257202" sldId="2976"/>
            <ac:picMk id="62" creationId="{7DAEC2F9-4983-ED10-2318-157B9CA321C7}"/>
          </ac:picMkLst>
        </pc:picChg>
        <pc:cxnChg chg="add mod">
          <ac:chgData name="Seunghun Jang" userId="3fc171b04cfc4c4d" providerId="LiveId" clId="{86BCE291-76A7-405F-9595-F6A0B4ED5735}" dt="2025-11-28T01:25:36.325" v="10710" actId="164"/>
          <ac:cxnSpMkLst>
            <pc:docMk/>
            <pc:sldMk cId="1193257202" sldId="2976"/>
            <ac:cxnSpMk id="16" creationId="{5235200D-3D00-1040-FD52-BEE4C7E048BD}"/>
          </ac:cxnSpMkLst>
        </pc:cxnChg>
        <pc:cxnChg chg="add mod">
          <ac:chgData name="Seunghun Jang" userId="3fc171b04cfc4c4d" providerId="LiveId" clId="{86BCE291-76A7-405F-9595-F6A0B4ED5735}" dt="2025-11-28T01:25:36.325" v="10710" actId="164"/>
          <ac:cxnSpMkLst>
            <pc:docMk/>
            <pc:sldMk cId="1193257202" sldId="2976"/>
            <ac:cxnSpMk id="18" creationId="{FF728F45-D816-E73B-63E6-721FBFB84BCF}"/>
          </ac:cxnSpMkLst>
        </pc:cxnChg>
        <pc:cxnChg chg="add mod">
          <ac:chgData name="Seunghun Jang" userId="3fc171b04cfc4c4d" providerId="LiveId" clId="{86BCE291-76A7-405F-9595-F6A0B4ED5735}" dt="2025-11-28T01:25:36.325" v="10710" actId="164"/>
          <ac:cxnSpMkLst>
            <pc:docMk/>
            <pc:sldMk cId="1193257202" sldId="2976"/>
            <ac:cxnSpMk id="24" creationId="{60901DD8-3CB3-C5A1-EFBB-0B238D476E6D}"/>
          </ac:cxnSpMkLst>
        </pc:cxnChg>
        <pc:cxnChg chg="add mod">
          <ac:chgData name="Seunghun Jang" userId="3fc171b04cfc4c4d" providerId="LiveId" clId="{86BCE291-76A7-405F-9595-F6A0B4ED5735}" dt="2025-11-28T01:25:36.325" v="10710" actId="164"/>
          <ac:cxnSpMkLst>
            <pc:docMk/>
            <pc:sldMk cId="1193257202" sldId="2976"/>
            <ac:cxnSpMk id="28" creationId="{E400BB84-394F-EE9D-F93D-8F6E844BE64F}"/>
          </ac:cxnSpMkLst>
        </pc:cxnChg>
        <pc:cxnChg chg="add mod">
          <ac:chgData name="Seunghun Jang" userId="3fc171b04cfc4c4d" providerId="LiveId" clId="{86BCE291-76A7-405F-9595-F6A0B4ED5735}" dt="2025-11-28T01:25:36.325" v="10710" actId="164"/>
          <ac:cxnSpMkLst>
            <pc:docMk/>
            <pc:sldMk cId="1193257202" sldId="2976"/>
            <ac:cxnSpMk id="29" creationId="{0314FEF7-B3D0-8475-3209-4BDD6DFC879F}"/>
          </ac:cxnSpMkLst>
        </pc:cxnChg>
        <pc:cxnChg chg="add mod">
          <ac:chgData name="Seunghun Jang" userId="3fc171b04cfc4c4d" providerId="LiveId" clId="{86BCE291-76A7-405F-9595-F6A0B4ED5735}" dt="2025-11-28T03:59:48.979" v="11887" actId="1076"/>
          <ac:cxnSpMkLst>
            <pc:docMk/>
            <pc:sldMk cId="1193257202" sldId="2976"/>
            <ac:cxnSpMk id="42" creationId="{0D317AD8-538F-7AE2-8D3C-73DCD6A79290}"/>
          </ac:cxnSpMkLst>
        </pc:cxnChg>
        <pc:cxnChg chg="del">
          <ac:chgData name="Seunghun Jang" userId="3fc171b04cfc4c4d" providerId="LiveId" clId="{86BCE291-76A7-405F-9595-F6A0B4ED5735}" dt="2025-11-27T16:29:28.194" v="10319" actId="478"/>
          <ac:cxnSpMkLst>
            <pc:docMk/>
            <pc:sldMk cId="1193257202" sldId="2976"/>
            <ac:cxnSpMk id="59" creationId="{42E9D0D2-69AA-D295-5B2D-519F8443DA23}"/>
          </ac:cxnSpMkLst>
        </pc:cxnChg>
        <pc:cxnChg chg="del">
          <ac:chgData name="Seunghun Jang" userId="3fc171b04cfc4c4d" providerId="LiveId" clId="{86BCE291-76A7-405F-9595-F6A0B4ED5735}" dt="2025-11-27T16:29:28.194" v="10319" actId="478"/>
          <ac:cxnSpMkLst>
            <pc:docMk/>
            <pc:sldMk cId="1193257202" sldId="2976"/>
            <ac:cxnSpMk id="61" creationId="{A26AA3D4-C5D2-B401-1214-205835073A48}"/>
          </ac:cxnSpMkLst>
        </pc:cxnChg>
        <pc:cxnChg chg="mod">
          <ac:chgData name="Seunghun Jang" userId="3fc171b04cfc4c4d" providerId="LiveId" clId="{86BCE291-76A7-405F-9595-F6A0B4ED5735}" dt="2025-11-28T01:58:06.626" v="11105" actId="571"/>
          <ac:cxnSpMkLst>
            <pc:docMk/>
            <pc:sldMk cId="1193257202" sldId="2976"/>
            <ac:cxnSpMk id="63" creationId="{5BE69402-2808-BCFC-8F67-F50A3E1DC22B}"/>
          </ac:cxnSpMkLst>
        </pc:cxnChg>
        <pc:cxnChg chg="mod">
          <ac:chgData name="Seunghun Jang" userId="3fc171b04cfc4c4d" providerId="LiveId" clId="{86BCE291-76A7-405F-9595-F6A0B4ED5735}" dt="2025-11-28T01:58:06.626" v="11105" actId="571"/>
          <ac:cxnSpMkLst>
            <pc:docMk/>
            <pc:sldMk cId="1193257202" sldId="2976"/>
            <ac:cxnSpMk id="65" creationId="{79423285-F327-A49C-9644-0D5FD14F03A4}"/>
          </ac:cxnSpMkLst>
        </pc:cxnChg>
        <pc:cxnChg chg="mod">
          <ac:chgData name="Seunghun Jang" userId="3fc171b04cfc4c4d" providerId="LiveId" clId="{86BCE291-76A7-405F-9595-F6A0B4ED5735}" dt="2025-11-28T01:58:06.626" v="11105" actId="571"/>
          <ac:cxnSpMkLst>
            <pc:docMk/>
            <pc:sldMk cId="1193257202" sldId="2976"/>
            <ac:cxnSpMk id="67" creationId="{3F0F33E7-D701-882C-EC86-F43361A352A3}"/>
          </ac:cxnSpMkLst>
        </pc:cxnChg>
        <pc:cxnChg chg="mod">
          <ac:chgData name="Seunghun Jang" userId="3fc171b04cfc4c4d" providerId="LiveId" clId="{86BCE291-76A7-405F-9595-F6A0B4ED5735}" dt="2025-11-28T01:58:06.626" v="11105" actId="571"/>
          <ac:cxnSpMkLst>
            <pc:docMk/>
            <pc:sldMk cId="1193257202" sldId="2976"/>
            <ac:cxnSpMk id="68" creationId="{F4802EFA-AB21-9834-A3D9-1EC11AEFD184}"/>
          </ac:cxnSpMkLst>
        </pc:cxnChg>
        <pc:cxnChg chg="mod">
          <ac:chgData name="Seunghun Jang" userId="3fc171b04cfc4c4d" providerId="LiveId" clId="{86BCE291-76A7-405F-9595-F6A0B4ED5735}" dt="2025-11-28T01:58:06.626" v="11105" actId="571"/>
          <ac:cxnSpMkLst>
            <pc:docMk/>
            <pc:sldMk cId="1193257202" sldId="2976"/>
            <ac:cxnSpMk id="69" creationId="{EADF08F3-BA95-B219-E5CC-F78E868732E6}"/>
          </ac:cxnSpMkLst>
        </pc:cxnChg>
        <pc:cxnChg chg="add mod">
          <ac:chgData name="Seunghun Jang" userId="3fc171b04cfc4c4d" providerId="LiveId" clId="{86BCE291-76A7-405F-9595-F6A0B4ED5735}" dt="2025-11-28T01:58:06.626" v="11105" actId="571"/>
          <ac:cxnSpMkLst>
            <pc:docMk/>
            <pc:sldMk cId="1193257202" sldId="2976"/>
            <ac:cxnSpMk id="74" creationId="{2B810ADC-C58B-97E2-8E03-E40A28E59631}"/>
          </ac:cxnSpMkLst>
        </pc:cxnChg>
      </pc:sldChg>
      <pc:sldChg chg="addSp delSp modSp add mod">
        <pc:chgData name="Seunghun Jang" userId="3fc171b04cfc4c4d" providerId="LiveId" clId="{86BCE291-76A7-405F-9595-F6A0B4ED5735}" dt="2025-11-28T01:56:19.150" v="11094"/>
        <pc:sldMkLst>
          <pc:docMk/>
          <pc:sldMk cId="1682177001" sldId="2977"/>
        </pc:sldMkLst>
        <pc:spChg chg="mod">
          <ac:chgData name="Seunghun Jang" userId="3fc171b04cfc4c4d" providerId="LiveId" clId="{86BCE291-76A7-405F-9595-F6A0B4ED5735}" dt="2025-11-28T01:51:36.960" v="11033" actId="20577"/>
          <ac:spMkLst>
            <pc:docMk/>
            <pc:sldMk cId="1682177001" sldId="2977"/>
            <ac:spMk id="3" creationId="{8C772709-6B95-4AF2-E1D7-35059EE79EAD}"/>
          </ac:spMkLst>
        </pc:spChg>
        <pc:spChg chg="del">
          <ac:chgData name="Seunghun Jang" userId="3fc171b04cfc4c4d" providerId="LiveId" clId="{86BCE291-76A7-405F-9595-F6A0B4ED5735}" dt="2025-11-28T01:26:43.759" v="10723" actId="478"/>
          <ac:spMkLst>
            <pc:docMk/>
            <pc:sldMk cId="1682177001" sldId="2977"/>
            <ac:spMk id="7" creationId="{44E61005-B748-1FA7-71C4-EA72750A093F}"/>
          </ac:spMkLst>
        </pc:spChg>
        <pc:spChg chg="del">
          <ac:chgData name="Seunghun Jang" userId="3fc171b04cfc4c4d" providerId="LiveId" clId="{86BCE291-76A7-405F-9595-F6A0B4ED5735}" dt="2025-11-28T01:26:43.759" v="10723" actId="478"/>
          <ac:spMkLst>
            <pc:docMk/>
            <pc:sldMk cId="1682177001" sldId="2977"/>
            <ac:spMk id="11" creationId="{833D2957-3AEF-DBD5-2E6B-152E43E4D7AE}"/>
          </ac:spMkLst>
        </pc:spChg>
        <pc:spChg chg="del">
          <ac:chgData name="Seunghun Jang" userId="3fc171b04cfc4c4d" providerId="LiveId" clId="{86BCE291-76A7-405F-9595-F6A0B4ED5735}" dt="2025-11-28T01:26:43.759" v="10723" actId="478"/>
          <ac:spMkLst>
            <pc:docMk/>
            <pc:sldMk cId="1682177001" sldId="2977"/>
            <ac:spMk id="12" creationId="{2B3806ED-92D4-5661-52F5-1AAADC43EFC9}"/>
          </ac:spMkLst>
        </pc:spChg>
        <pc:spChg chg="del">
          <ac:chgData name="Seunghun Jang" userId="3fc171b04cfc4c4d" providerId="LiveId" clId="{86BCE291-76A7-405F-9595-F6A0B4ED5735}" dt="2025-11-28T01:26:43.759" v="10723" actId="478"/>
          <ac:spMkLst>
            <pc:docMk/>
            <pc:sldMk cId="1682177001" sldId="2977"/>
            <ac:spMk id="13" creationId="{26FFA2F8-FB53-F41C-2E59-6307B08C73B1}"/>
          </ac:spMkLst>
        </pc:spChg>
        <pc:spChg chg="del">
          <ac:chgData name="Seunghun Jang" userId="3fc171b04cfc4c4d" providerId="LiveId" clId="{86BCE291-76A7-405F-9595-F6A0B4ED5735}" dt="2025-11-28T01:26:43.759" v="10723" actId="478"/>
          <ac:spMkLst>
            <pc:docMk/>
            <pc:sldMk cId="1682177001" sldId="2977"/>
            <ac:spMk id="38" creationId="{1701558D-B354-2346-0470-3CC0673FAAE9}"/>
          </ac:spMkLst>
        </pc:spChg>
        <pc:spChg chg="add mod ord">
          <ac:chgData name="Seunghun Jang" userId="3fc171b04cfc4c4d" providerId="LiveId" clId="{86BCE291-76A7-405F-9595-F6A0B4ED5735}" dt="2025-11-28T01:48:45.787" v="10933" actId="2085"/>
          <ac:spMkLst>
            <pc:docMk/>
            <pc:sldMk cId="1682177001" sldId="2977"/>
            <ac:spMk id="43" creationId="{C8CC0702-2F52-D86B-F405-A7BC962D8B25}"/>
          </ac:spMkLst>
        </pc:spChg>
        <pc:grpChg chg="add del mod">
          <ac:chgData name="Seunghun Jang" userId="3fc171b04cfc4c4d" providerId="LiveId" clId="{86BCE291-76A7-405F-9595-F6A0B4ED5735}" dt="2025-11-28T01:37:04.620" v="10790" actId="21"/>
          <ac:grpSpMkLst>
            <pc:docMk/>
            <pc:sldMk cId="1682177001" sldId="2977"/>
            <ac:grpSpMk id="15" creationId="{50F5F805-1639-F24B-D91C-7D8B11D71DE1}"/>
          </ac:grpSpMkLst>
        </pc:grpChg>
        <pc:grpChg chg="add del mod">
          <ac:chgData name="Seunghun Jang" userId="3fc171b04cfc4c4d" providerId="LiveId" clId="{86BCE291-76A7-405F-9595-F6A0B4ED5735}" dt="2025-11-28T01:46:31.905" v="10868" actId="165"/>
          <ac:grpSpMkLst>
            <pc:docMk/>
            <pc:sldMk cId="1682177001" sldId="2977"/>
            <ac:grpSpMk id="26" creationId="{37BA3159-6DA5-2359-E83C-3A5C71967A64}"/>
          </ac:grpSpMkLst>
        </pc:grpChg>
        <pc:grpChg chg="del">
          <ac:chgData name="Seunghun Jang" userId="3fc171b04cfc4c4d" providerId="LiveId" clId="{86BCE291-76A7-405F-9595-F6A0B4ED5735}" dt="2025-11-28T01:26:43.759" v="10723" actId="478"/>
          <ac:grpSpMkLst>
            <pc:docMk/>
            <pc:sldMk cId="1682177001" sldId="2977"/>
            <ac:grpSpMk id="36" creationId="{8A3FAB43-6846-7C4F-C48D-E59D22AA9935}"/>
          </ac:grpSpMkLst>
        </pc:grpChg>
        <pc:grpChg chg="add mod">
          <ac:chgData name="Seunghun Jang" userId="3fc171b04cfc4c4d" providerId="LiveId" clId="{86BCE291-76A7-405F-9595-F6A0B4ED5735}" dt="2025-11-28T01:51:47.165" v="11036" actId="1076"/>
          <ac:grpSpMkLst>
            <pc:docMk/>
            <pc:sldMk cId="1682177001" sldId="2977"/>
            <ac:grpSpMk id="45" creationId="{B4B9AFE4-D648-3411-C95A-172473C7B21D}"/>
          </ac:grpSpMkLst>
        </pc:grpChg>
        <pc:graphicFrameChg chg="add mod">
          <ac:chgData name="Seunghun Jang" userId="3fc171b04cfc4c4d" providerId="LiveId" clId="{86BCE291-76A7-405F-9595-F6A0B4ED5735}" dt="2025-11-28T01:51:47.165" v="11036" actId="1076"/>
          <ac:graphicFrameMkLst>
            <pc:docMk/>
            <pc:sldMk cId="1682177001" sldId="2977"/>
            <ac:graphicFrameMk id="37" creationId="{4BAD3528-FCD1-74F9-A286-4C95660EE623}"/>
          </ac:graphicFrameMkLst>
        </pc:graphicFrameChg>
        <pc:graphicFrameChg chg="add mod">
          <ac:chgData name="Seunghun Jang" userId="3fc171b04cfc4c4d" providerId="LiveId" clId="{86BCE291-76A7-405F-9595-F6A0B4ED5735}" dt="2025-11-28T01:51:47.165" v="11036" actId="1076"/>
          <ac:graphicFrameMkLst>
            <pc:docMk/>
            <pc:sldMk cId="1682177001" sldId="2977"/>
            <ac:graphicFrameMk id="39" creationId="{A5FE3EDF-D063-85F1-7C31-807BEE440D04}"/>
          </ac:graphicFrameMkLst>
        </pc:graphicFrameChg>
        <pc:graphicFrameChg chg="add mod">
          <ac:chgData name="Seunghun Jang" userId="3fc171b04cfc4c4d" providerId="LiveId" clId="{86BCE291-76A7-405F-9595-F6A0B4ED5735}" dt="2025-11-28T01:51:47.165" v="11036" actId="1076"/>
          <ac:graphicFrameMkLst>
            <pc:docMk/>
            <pc:sldMk cId="1682177001" sldId="2977"/>
            <ac:graphicFrameMk id="40" creationId="{9C0F857F-EAA5-FC25-4BC0-0F08F6B33C60}"/>
          </ac:graphicFrameMkLst>
        </pc:graphicFrameChg>
        <pc:graphicFrameChg chg="add mod">
          <ac:chgData name="Seunghun Jang" userId="3fc171b04cfc4c4d" providerId="LiveId" clId="{86BCE291-76A7-405F-9595-F6A0B4ED5735}" dt="2025-11-28T01:51:47.165" v="11036" actId="1076"/>
          <ac:graphicFrameMkLst>
            <pc:docMk/>
            <pc:sldMk cId="1682177001" sldId="2977"/>
            <ac:graphicFrameMk id="41" creationId="{DD011293-F2B3-B8CE-45D7-0863A77D0173}"/>
          </ac:graphicFrameMkLst>
        </pc:graphicFrameChg>
        <pc:graphicFrameChg chg="add mod">
          <ac:chgData name="Seunghun Jang" userId="3fc171b04cfc4c4d" providerId="LiveId" clId="{86BCE291-76A7-405F-9595-F6A0B4ED5735}" dt="2025-11-28T01:51:47.165" v="11036" actId="1076"/>
          <ac:graphicFrameMkLst>
            <pc:docMk/>
            <pc:sldMk cId="1682177001" sldId="2977"/>
            <ac:graphicFrameMk id="46" creationId="{78597D79-B090-F367-AEEA-BC7C0A5D2472}"/>
          </ac:graphicFrameMkLst>
        </pc:graphicFrameChg>
        <pc:graphicFrameChg chg="add mod">
          <ac:chgData name="Seunghun Jang" userId="3fc171b04cfc4c4d" providerId="LiveId" clId="{86BCE291-76A7-405F-9595-F6A0B4ED5735}" dt="2025-11-28T01:51:47.165" v="11036" actId="1076"/>
          <ac:graphicFrameMkLst>
            <pc:docMk/>
            <pc:sldMk cId="1682177001" sldId="2977"/>
            <ac:graphicFrameMk id="47" creationId="{EEFBEF76-FA7E-BB69-F78C-63BEBDD4E449}"/>
          </ac:graphicFrameMkLst>
        </pc:graphicFrameChg>
        <pc:graphicFrameChg chg="add mod">
          <ac:chgData name="Seunghun Jang" userId="3fc171b04cfc4c4d" providerId="LiveId" clId="{86BCE291-76A7-405F-9595-F6A0B4ED5735}" dt="2025-11-28T01:51:47.165" v="11036" actId="1076"/>
          <ac:graphicFrameMkLst>
            <pc:docMk/>
            <pc:sldMk cId="1682177001" sldId="2977"/>
            <ac:graphicFrameMk id="48" creationId="{D1159025-596A-2ED5-7257-1EF1F41D34DD}"/>
          </ac:graphicFrameMkLst>
        </pc:graphicFrameChg>
        <pc:graphicFrameChg chg="add mod">
          <ac:chgData name="Seunghun Jang" userId="3fc171b04cfc4c4d" providerId="LiveId" clId="{86BCE291-76A7-405F-9595-F6A0B4ED5735}" dt="2025-11-28T01:56:19.150" v="11094"/>
          <ac:graphicFrameMkLst>
            <pc:docMk/>
            <pc:sldMk cId="1682177001" sldId="2977"/>
            <ac:graphicFrameMk id="50" creationId="{07E9022B-077B-F488-ED22-F0E983A6BB51}"/>
          </ac:graphicFrameMkLst>
        </pc:graphicFrameChg>
        <pc:picChg chg="add del mod topLvl">
          <ac:chgData name="Seunghun Jang" userId="3fc171b04cfc4c4d" providerId="LiveId" clId="{86BCE291-76A7-405F-9595-F6A0B4ED5735}" dt="2025-11-28T01:37:04.620" v="10790" actId="21"/>
          <ac:picMkLst>
            <pc:docMk/>
            <pc:sldMk cId="1682177001" sldId="2977"/>
            <ac:picMk id="4" creationId="{9A410144-A119-95A9-A371-222088CE6828}"/>
          </ac:picMkLst>
        </pc:picChg>
        <pc:picChg chg="del">
          <ac:chgData name="Seunghun Jang" userId="3fc171b04cfc4c4d" providerId="LiveId" clId="{86BCE291-76A7-405F-9595-F6A0B4ED5735}" dt="2025-11-28T01:26:43.759" v="10723" actId="478"/>
          <ac:picMkLst>
            <pc:docMk/>
            <pc:sldMk cId="1682177001" sldId="2977"/>
            <ac:picMk id="8" creationId="{CDBD86E3-7782-E536-C760-141DC7B76AAE}"/>
          </ac:picMkLst>
        </pc:picChg>
        <pc:picChg chg="del">
          <ac:chgData name="Seunghun Jang" userId="3fc171b04cfc4c4d" providerId="LiveId" clId="{86BCE291-76A7-405F-9595-F6A0B4ED5735}" dt="2025-11-28T01:26:44.646" v="10724" actId="478"/>
          <ac:picMkLst>
            <pc:docMk/>
            <pc:sldMk cId="1682177001" sldId="2977"/>
            <ac:picMk id="9" creationId="{18723298-DA8A-7B7B-1111-245E33044DF9}"/>
          </ac:picMkLst>
        </pc:picChg>
        <pc:picChg chg="add mod topLvl">
          <ac:chgData name="Seunghun Jang" userId="3fc171b04cfc4c4d" providerId="LiveId" clId="{86BCE291-76A7-405F-9595-F6A0B4ED5735}" dt="2025-11-28T01:51:47.165" v="11036" actId="1076"/>
          <ac:picMkLst>
            <pc:docMk/>
            <pc:sldMk cId="1682177001" sldId="2977"/>
            <ac:picMk id="10" creationId="{507762E2-F398-1AC4-F8F6-E17CC06A7C9E}"/>
          </ac:picMkLst>
        </pc:picChg>
        <pc:picChg chg="add mod">
          <ac:chgData name="Seunghun Jang" userId="3fc171b04cfc4c4d" providerId="LiveId" clId="{86BCE291-76A7-405F-9595-F6A0B4ED5735}" dt="2025-11-28T01:50:08.475" v="10956" actId="164"/>
          <ac:picMkLst>
            <pc:docMk/>
            <pc:sldMk cId="1682177001" sldId="2977"/>
            <ac:picMk id="19" creationId="{9A410144-A119-95A9-A371-222088CE6828}"/>
          </ac:picMkLst>
        </pc:picChg>
        <pc:picChg chg="add del mod">
          <ac:chgData name="Seunghun Jang" userId="3fc171b04cfc4c4d" providerId="LiveId" clId="{86BCE291-76A7-405F-9595-F6A0B4ED5735}" dt="2025-11-28T01:42:47.738" v="10804" actId="478"/>
          <ac:picMkLst>
            <pc:docMk/>
            <pc:sldMk cId="1682177001" sldId="2977"/>
            <ac:picMk id="20" creationId="{63ADABF8-4233-38CB-E385-031D525325A6}"/>
          </ac:picMkLst>
        </pc:picChg>
        <pc:picChg chg="add mod topLvl">
          <ac:chgData name="Seunghun Jang" userId="3fc171b04cfc4c4d" providerId="LiveId" clId="{86BCE291-76A7-405F-9595-F6A0B4ED5735}" dt="2025-11-28T01:51:47.165" v="11036" actId="1076"/>
          <ac:picMkLst>
            <pc:docMk/>
            <pc:sldMk cId="1682177001" sldId="2977"/>
            <ac:picMk id="22" creationId="{87FFC19A-7803-D564-D1E2-8C0C418086CE}"/>
          </ac:picMkLst>
        </pc:picChg>
        <pc:picChg chg="add mod topLvl">
          <ac:chgData name="Seunghun Jang" userId="3fc171b04cfc4c4d" providerId="LiveId" clId="{86BCE291-76A7-405F-9595-F6A0B4ED5735}" dt="2025-11-28T01:51:47.165" v="11036" actId="1076"/>
          <ac:picMkLst>
            <pc:docMk/>
            <pc:sldMk cId="1682177001" sldId="2977"/>
            <ac:picMk id="23" creationId="{168776B7-D224-465A-0A81-65199B60954F}"/>
          </ac:picMkLst>
        </pc:picChg>
        <pc:picChg chg="add mod">
          <ac:chgData name="Seunghun Jang" userId="3fc171b04cfc4c4d" providerId="LiveId" clId="{86BCE291-76A7-405F-9595-F6A0B4ED5735}" dt="2025-11-28T01:50:08.475" v="10956" actId="164"/>
          <ac:picMkLst>
            <pc:docMk/>
            <pc:sldMk cId="1682177001" sldId="2977"/>
            <ac:picMk id="25" creationId="{0186ED03-D464-ACAE-D8BF-04C3807E7AE1}"/>
          </ac:picMkLst>
        </pc:picChg>
        <pc:picChg chg="add mod">
          <ac:chgData name="Seunghun Jang" userId="3fc171b04cfc4c4d" providerId="LiveId" clId="{86BCE291-76A7-405F-9595-F6A0B4ED5735}" dt="2025-11-28T01:50:08.475" v="10956" actId="164"/>
          <ac:picMkLst>
            <pc:docMk/>
            <pc:sldMk cId="1682177001" sldId="2977"/>
            <ac:picMk id="44" creationId="{865AB5AD-D8C5-079A-4B71-6BF650EFB351}"/>
          </ac:picMkLst>
        </pc:picChg>
        <pc:picChg chg="add mod">
          <ac:chgData name="Seunghun Jang" userId="3fc171b04cfc4c4d" providerId="LiveId" clId="{86BCE291-76A7-405F-9595-F6A0B4ED5735}" dt="2025-11-28T01:55:45.669" v="11088" actId="1076"/>
          <ac:picMkLst>
            <pc:docMk/>
            <pc:sldMk cId="1682177001" sldId="2977"/>
            <ac:picMk id="49" creationId="{C47A078C-308D-2041-AAB4-605EC84A831C}"/>
          </ac:picMkLst>
        </pc:picChg>
        <pc:cxnChg chg="add mod">
          <ac:chgData name="Seunghun Jang" userId="3fc171b04cfc4c4d" providerId="LiveId" clId="{86BCE291-76A7-405F-9595-F6A0B4ED5735}" dt="2025-11-28T01:51:47.165" v="11036" actId="1076"/>
          <ac:cxnSpMkLst>
            <pc:docMk/>
            <pc:sldMk cId="1682177001" sldId="2977"/>
            <ac:cxnSpMk id="30" creationId="{DD8E435E-BE54-9A87-877E-8FFD442E91EE}"/>
          </ac:cxnSpMkLst>
        </pc:cxnChg>
        <pc:cxnChg chg="add mod">
          <ac:chgData name="Seunghun Jang" userId="3fc171b04cfc4c4d" providerId="LiveId" clId="{86BCE291-76A7-405F-9595-F6A0B4ED5735}" dt="2025-11-28T01:51:47.165" v="11036" actId="1076"/>
          <ac:cxnSpMkLst>
            <pc:docMk/>
            <pc:sldMk cId="1682177001" sldId="2977"/>
            <ac:cxnSpMk id="33" creationId="{E507CDBC-E10A-55CF-E8EF-DC54419B2FAB}"/>
          </ac:cxnSpMkLst>
        </pc:cxnChg>
        <pc:cxnChg chg="del">
          <ac:chgData name="Seunghun Jang" userId="3fc171b04cfc4c4d" providerId="LiveId" clId="{86BCE291-76A7-405F-9595-F6A0B4ED5735}" dt="2025-11-28T01:26:43.759" v="10723" actId="478"/>
          <ac:cxnSpMkLst>
            <pc:docMk/>
            <pc:sldMk cId="1682177001" sldId="2977"/>
            <ac:cxnSpMk id="42" creationId="{0D317AD8-538F-7AE2-8D3C-73DCD6A79290}"/>
          </ac:cxnSpMkLst>
        </pc:cxnChg>
      </pc:sldChg>
      <pc:sldChg chg="del">
        <pc:chgData name="Seunghun Jang" userId="3fc171b04cfc4c4d" providerId="LiveId" clId="{86BCE291-76A7-405F-9595-F6A0B4ED5735}" dt="2025-11-27T10:19:42.120" v="1184" actId="47"/>
        <pc:sldMkLst>
          <pc:docMk/>
          <pc:sldMk cId="2590780266" sldId="2978"/>
        </pc:sldMkLst>
      </pc:sldChg>
      <pc:sldChg chg="addSp delSp modSp add mod">
        <pc:chgData name="Seunghun Jang" userId="3fc171b04cfc4c4d" providerId="LiveId" clId="{86BCE291-76A7-405F-9595-F6A0B4ED5735}" dt="2025-11-28T06:53:40.877" v="11947" actId="1076"/>
        <pc:sldMkLst>
          <pc:docMk/>
          <pc:sldMk cId="3062950987" sldId="2978"/>
        </pc:sldMkLst>
        <pc:spChg chg="mod">
          <ac:chgData name="Seunghun Jang" userId="3fc171b04cfc4c4d" providerId="LiveId" clId="{86BCE291-76A7-405F-9595-F6A0B4ED5735}" dt="2025-11-28T02:00:59.692" v="11175" actId="20577"/>
          <ac:spMkLst>
            <pc:docMk/>
            <pc:sldMk cId="3062950987" sldId="2978"/>
            <ac:spMk id="2" creationId="{54E062B6-3DF8-9843-53DC-9B6AAED9181C}"/>
          </ac:spMkLst>
        </pc:spChg>
        <pc:spChg chg="mod">
          <ac:chgData name="Seunghun Jang" userId="3fc171b04cfc4c4d" providerId="LiveId" clId="{86BCE291-76A7-405F-9595-F6A0B4ED5735}" dt="2025-11-28T06:53:30.336" v="11940" actId="20577"/>
          <ac:spMkLst>
            <pc:docMk/>
            <pc:sldMk cId="3062950987" sldId="2978"/>
            <ac:spMk id="3" creationId="{8C772709-6B95-4AF2-E1D7-35059EE79EAD}"/>
          </ac:spMkLst>
        </pc:spChg>
        <pc:spChg chg="add mod">
          <ac:chgData name="Seunghun Jang" userId="3fc171b04cfc4c4d" providerId="LiveId" clId="{86BCE291-76A7-405F-9595-F6A0B4ED5735}" dt="2025-11-28T02:18:55.796" v="11806" actId="1076"/>
          <ac:spMkLst>
            <pc:docMk/>
            <pc:sldMk cId="3062950987" sldId="2978"/>
            <ac:spMk id="4" creationId="{C2F7C2DF-F062-D7D4-122E-0D3B0838264F}"/>
          </ac:spMkLst>
        </pc:spChg>
        <pc:spChg chg="mod">
          <ac:chgData name="Seunghun Jang" userId="3fc171b04cfc4c4d" providerId="LiveId" clId="{86BCE291-76A7-405F-9595-F6A0B4ED5735}" dt="2025-11-28T02:00:53.329" v="11152" actId="20577"/>
          <ac:spMkLst>
            <pc:docMk/>
            <pc:sldMk cId="3062950987" sldId="2978"/>
            <ac:spMk id="6" creationId="{925DC3B3-ECD0-84A2-7369-08F73063B5E7}"/>
          </ac:spMkLst>
        </pc:spChg>
        <pc:spChg chg="add mod">
          <ac:chgData name="Seunghun Jang" userId="3fc171b04cfc4c4d" providerId="LiveId" clId="{86BCE291-76A7-405F-9595-F6A0B4ED5735}" dt="2025-11-28T02:18:55.796" v="11806" actId="1076"/>
          <ac:spMkLst>
            <pc:docMk/>
            <pc:sldMk cId="3062950987" sldId="2978"/>
            <ac:spMk id="7" creationId="{FDAC554D-C66D-A04C-DDD0-8DFD9AB38771}"/>
          </ac:spMkLst>
        </pc:spChg>
        <pc:spChg chg="add mod">
          <ac:chgData name="Seunghun Jang" userId="3fc171b04cfc4c4d" providerId="LiveId" clId="{86BCE291-76A7-405F-9595-F6A0B4ED5735}" dt="2025-11-28T06:53:36.533" v="11946" actId="20577"/>
          <ac:spMkLst>
            <pc:docMk/>
            <pc:sldMk cId="3062950987" sldId="2978"/>
            <ac:spMk id="8" creationId="{0602F842-E504-C1C3-92C3-5A0D5818DE7D}"/>
          </ac:spMkLst>
        </pc:spChg>
        <pc:spChg chg="add mod">
          <ac:chgData name="Seunghun Jang" userId="3fc171b04cfc4c4d" providerId="LiveId" clId="{86BCE291-76A7-405F-9595-F6A0B4ED5735}" dt="2025-11-28T02:18:55.796" v="11806" actId="1076"/>
          <ac:spMkLst>
            <pc:docMk/>
            <pc:sldMk cId="3062950987" sldId="2978"/>
            <ac:spMk id="9" creationId="{4CA3E12C-55C3-8E38-493C-309DBD57FB21}"/>
          </ac:spMkLst>
        </pc:spChg>
        <pc:spChg chg="add mod">
          <ac:chgData name="Seunghun Jang" userId="3fc171b04cfc4c4d" providerId="LiveId" clId="{86BCE291-76A7-405F-9595-F6A0B4ED5735}" dt="2025-11-28T02:18:55.796" v="11806" actId="1076"/>
          <ac:spMkLst>
            <pc:docMk/>
            <pc:sldMk cId="3062950987" sldId="2978"/>
            <ac:spMk id="11" creationId="{43B3E4C8-4A10-457C-A452-B102D70B9942}"/>
          </ac:spMkLst>
        </pc:spChg>
        <pc:spChg chg="add mod">
          <ac:chgData name="Seunghun Jang" userId="3fc171b04cfc4c4d" providerId="LiveId" clId="{86BCE291-76A7-405F-9595-F6A0B4ED5735}" dt="2025-11-28T06:53:40.877" v="11947" actId="1076"/>
          <ac:spMkLst>
            <pc:docMk/>
            <pc:sldMk cId="3062950987" sldId="2978"/>
            <ac:spMk id="12" creationId="{F5036C68-FEBC-0EFE-60E7-2937DC6E268E}"/>
          </ac:spMkLst>
        </pc:spChg>
        <pc:spChg chg="add mod">
          <ac:chgData name="Seunghun Jang" userId="3fc171b04cfc4c4d" providerId="LiveId" clId="{86BCE291-76A7-405F-9595-F6A0B4ED5735}" dt="2025-11-28T02:18:55.796" v="11806" actId="1076"/>
          <ac:spMkLst>
            <pc:docMk/>
            <pc:sldMk cId="3062950987" sldId="2978"/>
            <ac:spMk id="13" creationId="{67B13537-4F6C-7D7E-8D4D-A8ACD5E65FBE}"/>
          </ac:spMkLst>
        </pc:spChg>
        <pc:spChg chg="add mod">
          <ac:chgData name="Seunghun Jang" userId="3fc171b04cfc4c4d" providerId="LiveId" clId="{86BCE291-76A7-405F-9595-F6A0B4ED5735}" dt="2025-11-28T02:18:55.796" v="11806" actId="1076"/>
          <ac:spMkLst>
            <pc:docMk/>
            <pc:sldMk cId="3062950987" sldId="2978"/>
            <ac:spMk id="16" creationId="{D63BC1F2-9239-A27C-94D7-CD26C043A41A}"/>
          </ac:spMkLst>
        </pc:spChg>
        <pc:spChg chg="add del mod">
          <ac:chgData name="Seunghun Jang" userId="3fc171b04cfc4c4d" providerId="LiveId" clId="{86BCE291-76A7-405F-9595-F6A0B4ED5735}" dt="2025-11-28T02:14:31.163" v="11369" actId="478"/>
          <ac:spMkLst>
            <pc:docMk/>
            <pc:sldMk cId="3062950987" sldId="2978"/>
            <ac:spMk id="17" creationId="{0B2BC7CE-DFE0-E1CD-2122-DF73E388644C}"/>
          </ac:spMkLst>
        </pc:spChg>
        <pc:spChg chg="add mod">
          <ac:chgData name="Seunghun Jang" userId="3fc171b04cfc4c4d" providerId="LiveId" clId="{86BCE291-76A7-405F-9595-F6A0B4ED5735}" dt="2025-11-28T02:18:42.876" v="11804" actId="113"/>
          <ac:spMkLst>
            <pc:docMk/>
            <pc:sldMk cId="3062950987" sldId="2978"/>
            <ac:spMk id="18" creationId="{FE1B0C21-A368-F27E-9D12-AEEFC52602AE}"/>
          </ac:spMkLst>
        </pc:spChg>
        <pc:spChg chg="add del mod">
          <ac:chgData name="Seunghun Jang" userId="3fc171b04cfc4c4d" providerId="LiveId" clId="{86BCE291-76A7-405F-9595-F6A0B4ED5735}" dt="2025-11-28T02:16:15.260" v="11516" actId="478"/>
          <ac:spMkLst>
            <pc:docMk/>
            <pc:sldMk cId="3062950987" sldId="2978"/>
            <ac:spMk id="26" creationId="{06A6E3D0-63D9-D5E3-F1F3-1DF48BADC855}"/>
          </ac:spMkLst>
        </pc:spChg>
        <pc:spChg chg="add mod">
          <ac:chgData name="Seunghun Jang" userId="3fc171b04cfc4c4d" providerId="LiveId" clId="{86BCE291-76A7-405F-9595-F6A0B4ED5735}" dt="2025-11-28T02:16:40.020" v="11534" actId="164"/>
          <ac:spMkLst>
            <pc:docMk/>
            <pc:sldMk cId="3062950987" sldId="2978"/>
            <ac:spMk id="27" creationId="{DED7C489-FE5D-8255-C44C-16D80796DAAA}"/>
          </ac:spMkLst>
        </pc:spChg>
        <pc:spChg chg="add mod">
          <ac:chgData name="Seunghun Jang" userId="3fc171b04cfc4c4d" providerId="LiveId" clId="{86BCE291-76A7-405F-9595-F6A0B4ED5735}" dt="2025-11-28T02:18:55.796" v="11806" actId="1076"/>
          <ac:spMkLst>
            <pc:docMk/>
            <pc:sldMk cId="3062950987" sldId="2978"/>
            <ac:spMk id="29" creationId="{9431AB30-B356-38D6-9324-EF7E2E55B5A1}"/>
          </ac:spMkLst>
        </pc:spChg>
        <pc:spChg chg="del">
          <ac:chgData name="Seunghun Jang" userId="3fc171b04cfc4c4d" providerId="LiveId" clId="{86BCE291-76A7-405F-9595-F6A0B4ED5735}" dt="2025-11-28T02:00:35.843" v="11138" actId="478"/>
          <ac:spMkLst>
            <pc:docMk/>
            <pc:sldMk cId="3062950987" sldId="2978"/>
            <ac:spMk id="43" creationId="{C8CC0702-2F52-D86B-F405-A7BC962D8B25}"/>
          </ac:spMkLst>
        </pc:spChg>
        <pc:grpChg chg="add mod">
          <ac:chgData name="Seunghun Jang" userId="3fc171b04cfc4c4d" providerId="LiveId" clId="{86BCE291-76A7-405F-9595-F6A0B4ED5735}" dt="2025-11-28T02:18:55.796" v="11806" actId="1076"/>
          <ac:grpSpMkLst>
            <pc:docMk/>
            <pc:sldMk cId="3062950987" sldId="2978"/>
            <ac:grpSpMk id="28" creationId="{E5ADF29B-E42B-CEA0-A3A0-8AB06F0425E3}"/>
          </ac:grpSpMkLst>
        </pc:grpChg>
        <pc:grpChg chg="del">
          <ac:chgData name="Seunghun Jang" userId="3fc171b04cfc4c4d" providerId="LiveId" clId="{86BCE291-76A7-405F-9595-F6A0B4ED5735}" dt="2025-11-28T02:00:34.418" v="11137" actId="478"/>
          <ac:grpSpMkLst>
            <pc:docMk/>
            <pc:sldMk cId="3062950987" sldId="2978"/>
            <ac:grpSpMk id="45" creationId="{B4B9AFE4-D648-3411-C95A-172473C7B21D}"/>
          </ac:grpSpMkLst>
        </pc:grpChg>
        <pc:graphicFrameChg chg="del">
          <ac:chgData name="Seunghun Jang" userId="3fc171b04cfc4c4d" providerId="LiveId" clId="{86BCE291-76A7-405F-9595-F6A0B4ED5735}" dt="2025-11-28T02:00:34.418" v="11137" actId="478"/>
          <ac:graphicFrameMkLst>
            <pc:docMk/>
            <pc:sldMk cId="3062950987" sldId="2978"/>
            <ac:graphicFrameMk id="37" creationId="{4BAD3528-FCD1-74F9-A286-4C95660EE623}"/>
          </ac:graphicFrameMkLst>
        </pc:graphicFrameChg>
        <pc:graphicFrameChg chg="del">
          <ac:chgData name="Seunghun Jang" userId="3fc171b04cfc4c4d" providerId="LiveId" clId="{86BCE291-76A7-405F-9595-F6A0B4ED5735}" dt="2025-11-28T02:00:34.418" v="11137" actId="478"/>
          <ac:graphicFrameMkLst>
            <pc:docMk/>
            <pc:sldMk cId="3062950987" sldId="2978"/>
            <ac:graphicFrameMk id="39" creationId="{A5FE3EDF-D063-85F1-7C31-807BEE440D04}"/>
          </ac:graphicFrameMkLst>
        </pc:graphicFrameChg>
        <pc:graphicFrameChg chg="del">
          <ac:chgData name="Seunghun Jang" userId="3fc171b04cfc4c4d" providerId="LiveId" clId="{86BCE291-76A7-405F-9595-F6A0B4ED5735}" dt="2025-11-28T02:00:34.418" v="11137" actId="478"/>
          <ac:graphicFrameMkLst>
            <pc:docMk/>
            <pc:sldMk cId="3062950987" sldId="2978"/>
            <ac:graphicFrameMk id="40" creationId="{9C0F857F-EAA5-FC25-4BC0-0F08F6B33C60}"/>
          </ac:graphicFrameMkLst>
        </pc:graphicFrameChg>
        <pc:graphicFrameChg chg="del">
          <ac:chgData name="Seunghun Jang" userId="3fc171b04cfc4c4d" providerId="LiveId" clId="{86BCE291-76A7-405F-9595-F6A0B4ED5735}" dt="2025-11-28T02:00:34.418" v="11137" actId="478"/>
          <ac:graphicFrameMkLst>
            <pc:docMk/>
            <pc:sldMk cId="3062950987" sldId="2978"/>
            <ac:graphicFrameMk id="41" creationId="{DD011293-F2B3-B8CE-45D7-0863A77D0173}"/>
          </ac:graphicFrameMkLst>
        </pc:graphicFrameChg>
        <pc:graphicFrameChg chg="del">
          <ac:chgData name="Seunghun Jang" userId="3fc171b04cfc4c4d" providerId="LiveId" clId="{86BCE291-76A7-405F-9595-F6A0B4ED5735}" dt="2025-11-28T02:00:34.418" v="11137" actId="478"/>
          <ac:graphicFrameMkLst>
            <pc:docMk/>
            <pc:sldMk cId="3062950987" sldId="2978"/>
            <ac:graphicFrameMk id="46" creationId="{78597D79-B090-F367-AEEA-BC7C0A5D2472}"/>
          </ac:graphicFrameMkLst>
        </pc:graphicFrameChg>
        <pc:graphicFrameChg chg="del">
          <ac:chgData name="Seunghun Jang" userId="3fc171b04cfc4c4d" providerId="LiveId" clId="{86BCE291-76A7-405F-9595-F6A0B4ED5735}" dt="2025-11-28T02:00:34.418" v="11137" actId="478"/>
          <ac:graphicFrameMkLst>
            <pc:docMk/>
            <pc:sldMk cId="3062950987" sldId="2978"/>
            <ac:graphicFrameMk id="47" creationId="{EEFBEF76-FA7E-BB69-F78C-63BEBDD4E449}"/>
          </ac:graphicFrameMkLst>
        </pc:graphicFrameChg>
        <pc:graphicFrameChg chg="del">
          <ac:chgData name="Seunghun Jang" userId="3fc171b04cfc4c4d" providerId="LiveId" clId="{86BCE291-76A7-405F-9595-F6A0B4ED5735}" dt="2025-11-28T02:00:34.418" v="11137" actId="478"/>
          <ac:graphicFrameMkLst>
            <pc:docMk/>
            <pc:sldMk cId="3062950987" sldId="2978"/>
            <ac:graphicFrameMk id="48" creationId="{D1159025-596A-2ED5-7257-1EF1F41D34DD}"/>
          </ac:graphicFrameMkLst>
        </pc:graphicFrameChg>
        <pc:graphicFrameChg chg="del">
          <ac:chgData name="Seunghun Jang" userId="3fc171b04cfc4c4d" providerId="LiveId" clId="{86BCE291-76A7-405F-9595-F6A0B4ED5735}" dt="2025-11-28T02:00:32.670" v="11136" actId="478"/>
          <ac:graphicFrameMkLst>
            <pc:docMk/>
            <pc:sldMk cId="3062950987" sldId="2978"/>
            <ac:graphicFrameMk id="50" creationId="{07E9022B-077B-F488-ED22-F0E983A6BB51}"/>
          </ac:graphicFrameMkLst>
        </pc:graphicFrameChg>
        <pc:picChg chg="del">
          <ac:chgData name="Seunghun Jang" userId="3fc171b04cfc4c4d" providerId="LiveId" clId="{86BCE291-76A7-405F-9595-F6A0B4ED5735}" dt="2025-11-28T02:00:34.418" v="11137" actId="478"/>
          <ac:picMkLst>
            <pc:docMk/>
            <pc:sldMk cId="3062950987" sldId="2978"/>
            <ac:picMk id="10" creationId="{507762E2-F398-1AC4-F8F6-E17CC06A7C9E}"/>
          </ac:picMkLst>
        </pc:picChg>
        <pc:picChg chg="del">
          <ac:chgData name="Seunghun Jang" userId="3fc171b04cfc4c4d" providerId="LiveId" clId="{86BCE291-76A7-405F-9595-F6A0B4ED5735}" dt="2025-11-28T02:00:34.418" v="11137" actId="478"/>
          <ac:picMkLst>
            <pc:docMk/>
            <pc:sldMk cId="3062950987" sldId="2978"/>
            <ac:picMk id="22" creationId="{87FFC19A-7803-D564-D1E2-8C0C418086CE}"/>
          </ac:picMkLst>
        </pc:picChg>
        <pc:picChg chg="del">
          <ac:chgData name="Seunghun Jang" userId="3fc171b04cfc4c4d" providerId="LiveId" clId="{86BCE291-76A7-405F-9595-F6A0B4ED5735}" dt="2025-11-28T02:00:34.418" v="11137" actId="478"/>
          <ac:picMkLst>
            <pc:docMk/>
            <pc:sldMk cId="3062950987" sldId="2978"/>
            <ac:picMk id="23" creationId="{168776B7-D224-465A-0A81-65199B60954F}"/>
          </ac:picMkLst>
        </pc:picChg>
        <pc:picChg chg="del">
          <ac:chgData name="Seunghun Jang" userId="3fc171b04cfc4c4d" providerId="LiveId" clId="{86BCE291-76A7-405F-9595-F6A0B4ED5735}" dt="2025-11-28T02:00:32.081" v="11135" actId="478"/>
          <ac:picMkLst>
            <pc:docMk/>
            <pc:sldMk cId="3062950987" sldId="2978"/>
            <ac:picMk id="49" creationId="{C47A078C-308D-2041-AAB4-605EC84A831C}"/>
          </ac:picMkLst>
        </pc:picChg>
        <pc:cxnChg chg="add del mod">
          <ac:chgData name="Seunghun Jang" userId="3fc171b04cfc4c4d" providerId="LiveId" clId="{86BCE291-76A7-405F-9595-F6A0B4ED5735}" dt="2025-11-28T02:15:55.827" v="11491" actId="478"/>
          <ac:cxnSpMkLst>
            <pc:docMk/>
            <pc:sldMk cId="3062950987" sldId="2978"/>
            <ac:cxnSpMk id="15" creationId="{579BF7B4-685E-51CA-4725-0D0704FAAF38}"/>
          </ac:cxnSpMkLst>
        </pc:cxnChg>
        <pc:cxnChg chg="add mod">
          <ac:chgData name="Seunghun Jang" userId="3fc171b04cfc4c4d" providerId="LiveId" clId="{86BCE291-76A7-405F-9595-F6A0B4ED5735}" dt="2025-11-28T02:19:00.311" v="11818" actId="1037"/>
          <ac:cxnSpMkLst>
            <pc:docMk/>
            <pc:sldMk cId="3062950987" sldId="2978"/>
            <ac:cxnSpMk id="20" creationId="{2C7734B7-0C45-6E3D-3CD6-E73D19562EE4}"/>
          </ac:cxnSpMkLst>
        </pc:cxnChg>
        <pc:cxnChg chg="del">
          <ac:chgData name="Seunghun Jang" userId="3fc171b04cfc4c4d" providerId="LiveId" clId="{86BCE291-76A7-405F-9595-F6A0B4ED5735}" dt="2025-11-28T02:00:34.418" v="11137" actId="478"/>
          <ac:cxnSpMkLst>
            <pc:docMk/>
            <pc:sldMk cId="3062950987" sldId="2978"/>
            <ac:cxnSpMk id="30" creationId="{DD8E435E-BE54-9A87-877E-8FFD442E91EE}"/>
          </ac:cxnSpMkLst>
        </pc:cxnChg>
        <pc:cxnChg chg="del">
          <ac:chgData name="Seunghun Jang" userId="3fc171b04cfc4c4d" providerId="LiveId" clId="{86BCE291-76A7-405F-9595-F6A0B4ED5735}" dt="2025-11-28T02:00:34.418" v="11137" actId="478"/>
          <ac:cxnSpMkLst>
            <pc:docMk/>
            <pc:sldMk cId="3062950987" sldId="2978"/>
            <ac:cxnSpMk id="33" creationId="{E507CDBC-E10A-55CF-E8EF-DC54419B2FAB}"/>
          </ac:cxnSpMkLst>
        </pc:cxnChg>
      </pc:sldChg>
      <pc:sldChg chg="del">
        <pc:chgData name="Seunghun Jang" userId="3fc171b04cfc4c4d" providerId="LiveId" clId="{86BCE291-76A7-405F-9595-F6A0B4ED5735}" dt="2025-11-27T10:19:42.120" v="1184" actId="47"/>
        <pc:sldMkLst>
          <pc:docMk/>
          <pc:sldMk cId="1818194642" sldId="2979"/>
        </pc:sldMkLst>
      </pc:sldChg>
      <pc:sldChg chg="del">
        <pc:chgData name="Seunghun Jang" userId="3fc171b04cfc4c4d" providerId="LiveId" clId="{86BCE291-76A7-405F-9595-F6A0B4ED5735}" dt="2025-11-27T10:19:42.120" v="1184" actId="47"/>
        <pc:sldMkLst>
          <pc:docMk/>
          <pc:sldMk cId="701151569" sldId="2980"/>
        </pc:sldMkLst>
      </pc:sldChg>
      <pc:sldChg chg="del">
        <pc:chgData name="Seunghun Jang" userId="3fc171b04cfc4c4d" providerId="LiveId" clId="{86BCE291-76A7-405F-9595-F6A0B4ED5735}" dt="2025-11-27T10:19:42.120" v="1184" actId="47"/>
        <pc:sldMkLst>
          <pc:docMk/>
          <pc:sldMk cId="1912980490" sldId="2981"/>
        </pc:sldMkLst>
      </pc:sldChg>
      <pc:sldChg chg="del">
        <pc:chgData name="Seunghun Jang" userId="3fc171b04cfc4c4d" providerId="LiveId" clId="{86BCE291-76A7-405F-9595-F6A0B4ED5735}" dt="2025-11-27T10:19:42.120" v="1184" actId="47"/>
        <pc:sldMkLst>
          <pc:docMk/>
          <pc:sldMk cId="2769933880" sldId="2982"/>
        </pc:sldMkLst>
      </pc:sldChg>
      <pc:sldChg chg="del">
        <pc:chgData name="Seunghun Jang" userId="3fc171b04cfc4c4d" providerId="LiveId" clId="{86BCE291-76A7-405F-9595-F6A0B4ED5735}" dt="2025-11-27T10:19:42.120" v="1184" actId="47"/>
        <pc:sldMkLst>
          <pc:docMk/>
          <pc:sldMk cId="2709704934" sldId="2983"/>
        </pc:sldMkLst>
      </pc:sldChg>
      <pc:sldChg chg="del">
        <pc:chgData name="Seunghun Jang" userId="3fc171b04cfc4c4d" providerId="LiveId" clId="{86BCE291-76A7-405F-9595-F6A0B4ED5735}" dt="2025-11-27T10:19:42.120" v="1184" actId="47"/>
        <pc:sldMkLst>
          <pc:docMk/>
          <pc:sldMk cId="706427314" sldId="2984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NanumBarunGothic" panose="020B0603020101020101" pitchFamily="34" charset="-127"/>
              </a:defRPr>
            </a:lvl1pPr>
          </a:lstStyle>
          <a:p>
            <a:endParaRPr lang="en-KR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NanumBarunGothic" panose="020B0603020101020101" pitchFamily="34" charset="-127"/>
              </a:defRPr>
            </a:lvl1pPr>
          </a:lstStyle>
          <a:p>
            <a:fld id="{2C139193-1395-414A-BA2C-F3819417EE00}" type="datetimeFigureOut">
              <a:rPr lang="en-KR" smtClean="0"/>
              <a:pPr/>
              <a:t>11/27/2025</a:t>
            </a:fld>
            <a:endParaRPr lang="en-KR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KR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K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NanumBarunGothic" panose="020B0603020101020101" pitchFamily="34" charset="-127"/>
              </a:defRPr>
            </a:lvl1pPr>
          </a:lstStyle>
          <a:p>
            <a:endParaRPr lang="en-KR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NanumBarunGothic" panose="020B0603020101020101" pitchFamily="34" charset="-127"/>
              </a:defRPr>
            </a:lvl1pPr>
          </a:lstStyle>
          <a:p>
            <a:fld id="{2AC991DE-395F-A84E-B09A-BE67D13F61E4}" type="slidenum">
              <a:rPr lang="en-KR" smtClean="0"/>
              <a:pPr/>
              <a:t>‹#›</a:t>
            </a:fld>
            <a:endParaRPr lang="en-KR" dirty="0"/>
          </a:p>
        </p:txBody>
      </p:sp>
    </p:spTree>
    <p:extLst>
      <p:ext uri="{BB962C8B-B14F-4D97-AF65-F5344CB8AC3E}">
        <p14:creationId xmlns:p14="http://schemas.microsoft.com/office/powerpoint/2010/main" val="26125440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NanumBarunGothic" panose="020B0603020101020101" pitchFamily="34" charset="-127"/>
        <a:ea typeface="+mn-ea"/>
        <a:cs typeface="+mn-cs"/>
      </a:defRPr>
    </a:lvl1pPr>
    <a:lvl2pPr marL="457200" algn="l" defTabSz="914400" rtl="0" eaLnBrk="1" latinLnBrk="0" hangingPunct="1">
      <a:defRPr sz="1200" b="0" i="0" kern="1200">
        <a:solidFill>
          <a:schemeClr val="tx1"/>
        </a:solidFill>
        <a:latin typeface="NanumBarunGothic" panose="020B0603020101020101" pitchFamily="34" charset="-127"/>
        <a:ea typeface="+mn-ea"/>
        <a:cs typeface="+mn-cs"/>
      </a:defRPr>
    </a:lvl2pPr>
    <a:lvl3pPr marL="914400" algn="l" defTabSz="914400" rtl="0" eaLnBrk="1" latinLnBrk="0" hangingPunct="1">
      <a:defRPr sz="1200" b="0" i="0" kern="1200">
        <a:solidFill>
          <a:schemeClr val="tx1"/>
        </a:solidFill>
        <a:latin typeface="NanumBarunGothic" panose="020B0603020101020101" pitchFamily="34" charset="-127"/>
        <a:ea typeface="+mn-ea"/>
        <a:cs typeface="+mn-cs"/>
      </a:defRPr>
    </a:lvl3pPr>
    <a:lvl4pPr marL="1371600" algn="l" defTabSz="914400" rtl="0" eaLnBrk="1" latinLnBrk="0" hangingPunct="1">
      <a:defRPr sz="1200" b="0" i="0" kern="1200">
        <a:solidFill>
          <a:schemeClr val="tx1"/>
        </a:solidFill>
        <a:latin typeface="NanumBarunGothic" panose="020B0603020101020101" pitchFamily="34" charset="-127"/>
        <a:ea typeface="+mn-ea"/>
        <a:cs typeface="+mn-cs"/>
      </a:defRPr>
    </a:lvl4pPr>
    <a:lvl5pPr marL="1828800" algn="l" defTabSz="914400" rtl="0" eaLnBrk="1" latinLnBrk="0" hangingPunct="1">
      <a:defRPr sz="1200" b="0" i="0" kern="1200">
        <a:solidFill>
          <a:schemeClr val="tx1"/>
        </a:solidFill>
        <a:latin typeface="NanumBarunGothic" panose="020B0603020101020101" pitchFamily="34" charset="-127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422275" y="1241425"/>
            <a:ext cx="5953125" cy="3349625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en-US" altLang="ko-KR" b="0" dirty="0">
              <a:solidFill>
                <a:prstClr val="black"/>
              </a:solidFill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786068A-C293-4585-A9A4-94D713860402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25202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 Placeholder 48">
            <a:extLst>
              <a:ext uri="{FF2B5EF4-FFF2-40B4-BE49-F238E27FC236}">
                <a16:creationId xmlns:a16="http://schemas.microsoft.com/office/drawing/2014/main" id="{639A8B74-48F0-B9D0-5C57-2C0E54B58F2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158937" y="1353600"/>
            <a:ext cx="5891213" cy="609600"/>
          </a:xfrm>
        </p:spPr>
        <p:txBody>
          <a:bodyPr anchor="ctr">
            <a:normAutofit/>
          </a:bodyPr>
          <a:lstStyle>
            <a:lvl1pPr marL="0" indent="0" algn="ctr">
              <a:lnSpc>
                <a:spcPct val="150000"/>
              </a:lnSpc>
              <a:buNone/>
              <a:defRPr sz="2000" b="0" i="0">
                <a:latin typeface="NanumBarunGothic" panose="020B0603020101020101" pitchFamily="34" charset="-127"/>
                <a:ea typeface="NanumBarunGothic" panose="020B0603020101020101" pitchFamily="34" charset="-127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algn="ctr">
              <a:lnSpc>
                <a:spcPct val="150000"/>
              </a:lnSpc>
            </a:pPr>
            <a:r>
              <a:rPr lang="en-US" altLang="ko-KR" sz="20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Subtitle</a:t>
            </a:r>
            <a:endParaRPr lang="ko-KR" altLang="en-US" sz="2000" dirty="0">
              <a:solidFill>
                <a:srgbClr val="C00000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50" name="Text Placeholder 48">
            <a:extLst>
              <a:ext uri="{FF2B5EF4-FFF2-40B4-BE49-F238E27FC236}">
                <a16:creationId xmlns:a16="http://schemas.microsoft.com/office/drawing/2014/main" id="{3DFCBDE0-E7B2-AF13-891A-40DDE638339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188646" y="1882800"/>
            <a:ext cx="7795934" cy="1196067"/>
          </a:xfrm>
        </p:spPr>
        <p:txBody>
          <a:bodyPr anchor="ctr">
            <a:normAutofit/>
          </a:bodyPr>
          <a:lstStyle>
            <a:lvl1pPr marL="0" indent="0" algn="ctr">
              <a:lnSpc>
                <a:spcPct val="120000"/>
              </a:lnSpc>
              <a:buNone/>
              <a:defRPr sz="3600" b="0" i="0">
                <a:latin typeface="NanumBarunGothic" panose="020B0603020101020101" pitchFamily="34" charset="-127"/>
                <a:ea typeface="NanumBarunGothic" panose="020B0603020101020101" pitchFamily="34" charset="-127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algn="ctr">
              <a:lnSpc>
                <a:spcPct val="120000"/>
              </a:lnSpc>
            </a:pPr>
            <a:r>
              <a:rPr lang="en-US" altLang="ko-KR" sz="36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Title</a:t>
            </a:r>
            <a:endParaRPr lang="ko-KR" altLang="en-US" sz="40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51" name="Text Placeholder 48">
            <a:extLst>
              <a:ext uri="{FF2B5EF4-FFF2-40B4-BE49-F238E27FC236}">
                <a16:creationId xmlns:a16="http://schemas.microsoft.com/office/drawing/2014/main" id="{1BB0C16F-8DAE-CCAE-2966-D27480CA73F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074400" y="3103200"/>
            <a:ext cx="6044400" cy="2131200"/>
          </a:xfrm>
        </p:spPr>
        <p:txBody>
          <a:bodyPr anchor="t" anchorCtr="0">
            <a:spAutoFit/>
          </a:bodyPr>
          <a:lstStyle>
            <a:lvl1pPr marL="0" indent="0" algn="ctr">
              <a:lnSpc>
                <a:spcPct val="200000"/>
              </a:lnSpc>
              <a:spcBef>
                <a:spcPts val="0"/>
              </a:spcBef>
              <a:buNone/>
              <a:defRPr sz="2000" b="0" i="0">
                <a:latin typeface="NanumBarunGothic" panose="020B0603020101020101" pitchFamily="34" charset="-127"/>
                <a:ea typeface="NanumBarunGothic" panose="020B0603020101020101" pitchFamily="34" charset="-127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algn="ctr">
              <a:lnSpc>
                <a:spcPct val="150000"/>
              </a:lnSpc>
            </a:pPr>
            <a:r>
              <a:rPr lang="en-US" altLang="ko-KR" sz="20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Name</a:t>
            </a:r>
            <a:endParaRPr lang="en-US" altLang="ko-KR" sz="2000" b="1" baseline="300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algn="ctr">
              <a:lnSpc>
                <a:spcPct val="150000"/>
              </a:lnSpc>
            </a:pPr>
            <a:r>
              <a:rPr lang="en-US" altLang="ko-KR" sz="20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Ph.D</a:t>
            </a:r>
            <a:r>
              <a:rPr lang="en-US" altLang="ko-KR" sz="20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student</a:t>
            </a:r>
          </a:p>
          <a:p>
            <a:pPr algn="ctr">
              <a:lnSpc>
                <a:spcPct val="150000"/>
              </a:lnSpc>
            </a:pPr>
            <a:r>
              <a:rPr lang="ko-KR" altLang="en-US" sz="20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조천식모빌리티대학원</a:t>
            </a:r>
            <a:r>
              <a:rPr lang="en-US" altLang="ko-KR" sz="20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KAIST</a:t>
            </a:r>
          </a:p>
          <a:p>
            <a:pPr algn="ctr">
              <a:lnSpc>
                <a:spcPct val="150000"/>
              </a:lnSpc>
            </a:pPr>
            <a:endParaRPr lang="en-US" altLang="ko-KR" sz="10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algn="ctr">
              <a:lnSpc>
                <a:spcPct val="150000"/>
              </a:lnSpc>
            </a:pPr>
            <a:r>
              <a:rPr lang="en-US" altLang="ko-KR" sz="20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2025. 0x. 0x. (x)</a:t>
            </a:r>
            <a:endParaRPr lang="ko-KR" altLang="en-US" sz="2000" dirty="0">
              <a:solidFill>
                <a:srgbClr val="C00000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EBE15268-C4FF-FFCD-B81B-195E432417DA}"/>
              </a:ext>
            </a:extLst>
          </p:cNvPr>
          <p:cNvGrpSpPr/>
          <p:nvPr userDrawn="1"/>
        </p:nvGrpSpPr>
        <p:grpSpPr>
          <a:xfrm>
            <a:off x="4246850" y="5700249"/>
            <a:ext cx="3679525" cy="665106"/>
            <a:chOff x="5797756" y="5807704"/>
            <a:chExt cx="3679525" cy="665106"/>
          </a:xfrm>
        </p:grpSpPr>
        <p:pic>
          <p:nvPicPr>
            <p:cNvPr id="2" name="Picture 1" descr="A blue and black logo&#10;&#10;AI-generated content may be incorrect.">
              <a:extLst>
                <a:ext uri="{FF2B5EF4-FFF2-40B4-BE49-F238E27FC236}">
                  <a16:creationId xmlns:a16="http://schemas.microsoft.com/office/drawing/2014/main" id="{3969C60D-9E77-264C-6228-2935F9CC1C8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rcRect b="18889"/>
            <a:stretch>
              <a:fillRect/>
            </a:stretch>
          </p:blipFill>
          <p:spPr>
            <a:xfrm>
              <a:off x="8014200" y="5980305"/>
              <a:ext cx="1463081" cy="421836"/>
            </a:xfrm>
            <a:prstGeom prst="rect">
              <a:avLst/>
            </a:prstGeom>
          </p:spPr>
        </p:pic>
        <p:pic>
          <p:nvPicPr>
            <p:cNvPr id="18" name="그림 2" descr="텍스트, 폰트, 그래픽, 로고이(가) 표시된 사진&#10;&#10;AI가 생성한 콘텐츠는 부정확할 수 있습니다.">
              <a:extLst>
                <a:ext uri="{FF2B5EF4-FFF2-40B4-BE49-F238E27FC236}">
                  <a16:creationId xmlns:a16="http://schemas.microsoft.com/office/drawing/2014/main" id="{25C65619-7AE8-C127-8F57-CD80925DB5A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34372"/>
            <a:stretch/>
          </p:blipFill>
          <p:spPr>
            <a:xfrm>
              <a:off x="5797756" y="5807704"/>
              <a:ext cx="2368952" cy="66510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4724020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26">
            <a:extLst>
              <a:ext uri="{FF2B5EF4-FFF2-40B4-BE49-F238E27FC236}">
                <a16:creationId xmlns:a16="http://schemas.microsoft.com/office/drawing/2014/main" id="{B14AA50B-80C6-1BF7-1314-13B2CA9ACE08}"/>
              </a:ext>
            </a:extLst>
          </p:cNvPr>
          <p:cNvSpPr/>
          <p:nvPr userDrawn="1"/>
        </p:nvSpPr>
        <p:spPr>
          <a:xfrm>
            <a:off x="0" y="0"/>
            <a:ext cx="193675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800" b="0" i="0" spc="-120" dirty="0">
              <a:latin typeface="NanumBarunGothic" panose="020B0603020101020101" pitchFamily="34" charset="-127"/>
              <a:ea typeface="NanumBarunGothic" panose="020B0603020101020101" pitchFamily="34" charset="-127"/>
            </a:endParaRP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3DDFC7A2-D64C-F8A6-F0ED-8AB432725A4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206625" y="0"/>
            <a:ext cx="9985375" cy="6858000"/>
          </a:xfrm>
        </p:spPr>
        <p:txBody>
          <a:bodyPr anchor="ctr">
            <a:normAutofit/>
          </a:bodyPr>
          <a:lstStyle>
            <a:lvl1pPr marL="514350" indent="-514350">
              <a:lnSpc>
                <a:spcPct val="150000"/>
              </a:lnSpc>
              <a:buSzPct val="140000"/>
              <a:buFont typeface="+mj-lt"/>
              <a:buAutoNum type="arabicPeriod"/>
              <a:defRPr sz="2800"/>
            </a:lvl1pPr>
            <a:lvl2pPr marL="914400" indent="-457200">
              <a:buSzPct val="140000"/>
              <a:buFont typeface="+mj-lt"/>
              <a:buAutoNum type="arabicPeriod"/>
              <a:defRPr/>
            </a:lvl2pPr>
            <a:lvl3pPr marL="1371600" indent="-457200">
              <a:buSzPct val="140000"/>
              <a:buFont typeface="+mj-lt"/>
              <a:buAutoNum type="arabicPeriod"/>
              <a:defRPr/>
            </a:lvl3pPr>
            <a:lvl4pPr marL="1714500" indent="-342900">
              <a:buSzPct val="140000"/>
              <a:buFont typeface="+mj-lt"/>
              <a:buAutoNum type="arabicPeriod"/>
              <a:defRPr/>
            </a:lvl4pPr>
            <a:lvl5pPr marL="2171700" indent="-342900">
              <a:buSzPct val="140000"/>
              <a:buFont typeface="+mj-lt"/>
              <a:buAutoNum type="arabicPeriod"/>
              <a:defRPr/>
            </a:lvl5pPr>
          </a:lstStyle>
          <a:p>
            <a:pPr lvl="0"/>
            <a:r>
              <a:rPr lang="en-US" dirty="0"/>
              <a:t>Section Title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9DE679A-271B-455A-63D3-04DD2E19437C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74423" y="2566987"/>
            <a:ext cx="1787904" cy="1724025"/>
          </a:xfrm>
        </p:spPr>
        <p:txBody>
          <a:bodyPr anchor="ctr"/>
          <a:lstStyle>
            <a:lvl1pPr marL="0" indent="0" algn="ctr">
              <a:buNone/>
              <a:defRPr b="1">
                <a:solidFill>
                  <a:schemeClr val="bg1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defRPr>
            </a:lvl1pPr>
          </a:lstStyle>
          <a:p>
            <a:pPr lvl="0"/>
            <a:r>
              <a:rPr lang="en-US" dirty="0"/>
              <a:t>Contents</a:t>
            </a:r>
          </a:p>
          <a:p>
            <a:pPr lvl="0"/>
            <a:r>
              <a:rPr lang="en-US" dirty="0"/>
              <a:t>or</a:t>
            </a:r>
          </a:p>
          <a:p>
            <a:pPr lvl="0"/>
            <a:r>
              <a:rPr lang="ko-KR" altLang="en-US" dirty="0"/>
              <a:t>목차</a:t>
            </a:r>
            <a:endParaRPr lang="en-KR" dirty="0"/>
          </a:p>
        </p:txBody>
      </p:sp>
    </p:spTree>
    <p:extLst>
      <p:ext uri="{BB962C8B-B14F-4D97-AF65-F5344CB8AC3E}">
        <p14:creationId xmlns:p14="http://schemas.microsoft.com/office/powerpoint/2010/main" val="19418639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15FDC554-BE26-62CD-607B-8AB978076FE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89931" y="1877218"/>
            <a:ext cx="8212138" cy="3103563"/>
          </a:xfrm>
        </p:spPr>
        <p:txBody>
          <a:bodyPr anchor="ctr">
            <a:normAutofit/>
          </a:bodyPr>
          <a:lstStyle>
            <a:lvl1pPr marL="0" indent="0" algn="ctr">
              <a:buNone/>
              <a:defRPr sz="3600" b="0"/>
            </a:lvl1pPr>
          </a:lstStyle>
          <a:p>
            <a:pPr lvl="0"/>
            <a:r>
              <a:rPr lang="en-US" altLang="ko-KR" dirty="0"/>
              <a:t>#.</a:t>
            </a:r>
            <a:r>
              <a:rPr lang="ko-KR" altLang="en-US" dirty="0"/>
              <a:t> </a:t>
            </a:r>
            <a:r>
              <a:rPr lang="en-US" altLang="ko-KR" dirty="0"/>
              <a:t>Section Title</a:t>
            </a:r>
            <a:endParaRPr lang="en-KR" dirty="0"/>
          </a:p>
        </p:txBody>
      </p:sp>
    </p:spTree>
    <p:extLst>
      <p:ext uri="{BB962C8B-B14F-4D97-AF65-F5344CB8AC3E}">
        <p14:creationId xmlns:p14="http://schemas.microsoft.com/office/powerpoint/2010/main" val="13768750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순서도: 수동 입력 7">
            <a:extLst>
              <a:ext uri="{FF2B5EF4-FFF2-40B4-BE49-F238E27FC236}">
                <a16:creationId xmlns:a16="http://schemas.microsoft.com/office/drawing/2014/main" id="{EFD8E8FC-E785-B7CD-C428-F1C85659FFF0}"/>
              </a:ext>
            </a:extLst>
          </p:cNvPr>
          <p:cNvSpPr/>
          <p:nvPr userDrawn="1"/>
        </p:nvSpPr>
        <p:spPr>
          <a:xfrm rot="5400000" flipH="1">
            <a:off x="174449" y="-50614"/>
            <a:ext cx="273099" cy="628331"/>
          </a:xfrm>
          <a:prstGeom prst="flowChartManualInpu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 b="0" i="0" dirty="0">
              <a:latin typeface="NanumBarunGothic" panose="020B0603020101020101" pitchFamily="34" charset="-127"/>
              <a:ea typeface="NanumBarunGothic" panose="020B0603020101020101" pitchFamily="34" charset="-127"/>
            </a:endParaRPr>
          </a:p>
        </p:txBody>
      </p:sp>
      <p:cxnSp>
        <p:nvCxnSpPr>
          <p:cNvPr id="8" name="직선 연결선 19">
            <a:extLst>
              <a:ext uri="{FF2B5EF4-FFF2-40B4-BE49-F238E27FC236}">
                <a16:creationId xmlns:a16="http://schemas.microsoft.com/office/drawing/2014/main" id="{2D12D3B3-4EC7-7A3F-1B0B-76C9449702E3}"/>
              </a:ext>
            </a:extLst>
          </p:cNvPr>
          <p:cNvCxnSpPr/>
          <p:nvPr userDrawn="1"/>
        </p:nvCxnSpPr>
        <p:spPr>
          <a:xfrm flipV="1">
            <a:off x="326773" y="6311901"/>
            <a:ext cx="11154769" cy="1"/>
          </a:xfrm>
          <a:prstGeom prst="line">
            <a:avLst/>
          </a:prstGeom>
          <a:ln w="381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제목 4">
            <a:extLst>
              <a:ext uri="{FF2B5EF4-FFF2-40B4-BE49-F238E27FC236}">
                <a16:creationId xmlns:a16="http://schemas.microsoft.com/office/drawing/2014/main" id="{6B434359-606B-A963-7AEB-71D863D96B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1071" y="461122"/>
            <a:ext cx="11319127" cy="595284"/>
          </a:xfrm>
        </p:spPr>
        <p:txBody>
          <a:bodyPr>
            <a:normAutofit/>
          </a:bodyPr>
          <a:lstStyle>
            <a:lvl1pPr>
              <a:defRPr sz="2400" b="0"/>
            </a:lvl1pPr>
          </a:lstStyle>
          <a:p>
            <a:r>
              <a:rPr lang="en-US" altLang="ko-KR" dirty="0"/>
              <a:t>Title</a:t>
            </a:r>
            <a:endParaRPr lang="ko-KR" altLang="en-US" dirty="0"/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7AAC480-1A69-7832-3807-1529AF15133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41325" y="1099648"/>
            <a:ext cx="11318875" cy="5189744"/>
          </a:xfrm>
        </p:spPr>
        <p:txBody>
          <a:bodyPr/>
          <a:lstStyle>
            <a:lvl1pPr>
              <a:lnSpc>
                <a:spcPct val="120000"/>
              </a:lnSpc>
              <a:defRPr sz="1800" b="0" i="0">
                <a:latin typeface="NanumBarunGothic" panose="020B0603020101020101" pitchFamily="34" charset="-127"/>
                <a:cs typeface="Times New Roman" panose="02020603050405020304" pitchFamily="18" charset="0"/>
              </a:defRPr>
            </a:lvl1pPr>
            <a:lvl2pPr>
              <a:lnSpc>
                <a:spcPct val="120000"/>
              </a:lnSpc>
              <a:defRPr sz="1600" b="0" i="0">
                <a:latin typeface="NanumBarunGothic" panose="020B0603020101020101" pitchFamily="34" charset="-127"/>
                <a:cs typeface="Times New Roman" panose="02020603050405020304" pitchFamily="18" charset="0"/>
              </a:defRPr>
            </a:lvl2pPr>
            <a:lvl3pPr marL="1200150" indent="-285750">
              <a:lnSpc>
                <a:spcPct val="120000"/>
              </a:lnSpc>
              <a:buFont typeface="Arial" panose="020B0604020202020204" pitchFamily="34" charset="0"/>
              <a:buChar char="•"/>
              <a:defRPr sz="1400" b="0" i="0">
                <a:latin typeface="NanumBarunGothic" panose="020B0603020101020101" pitchFamily="34" charset="-127"/>
                <a:cs typeface="Times New Roman" panose="02020603050405020304" pitchFamily="18" charset="0"/>
              </a:defRPr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67316644-13C7-6991-644A-048613BCB1B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67990" y="6289392"/>
            <a:ext cx="11318875" cy="568608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50"/>
              </a:spcBef>
              <a:buNone/>
              <a:defRPr sz="1000" b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 sz="800"/>
            </a:lvl2pPr>
            <a:lvl3pPr marL="1200150" indent="-285750">
              <a:buFont typeface="Arial" panose="020B0604020202020204" pitchFamily="34" charset="0"/>
              <a:buChar char="•"/>
              <a:defRPr sz="800"/>
            </a:lvl3pPr>
          </a:lstStyle>
          <a:p>
            <a:pPr lvl="0"/>
            <a:r>
              <a:rPr lang="en-US" dirty="0"/>
              <a:t>Citation</a:t>
            </a:r>
          </a:p>
          <a:p>
            <a:pPr lvl="0"/>
            <a:r>
              <a:rPr lang="en-US" dirty="0"/>
              <a:t>Citation</a:t>
            </a:r>
          </a:p>
        </p:txBody>
      </p:sp>
      <p:sp>
        <p:nvSpPr>
          <p:cNvPr id="36" name="Slide Number Placeholder 35">
            <a:extLst>
              <a:ext uri="{FF2B5EF4-FFF2-40B4-BE49-F238E27FC236}">
                <a16:creationId xmlns:a16="http://schemas.microsoft.com/office/drawing/2014/main" id="{A7E01D6D-FEB0-08F1-69B8-6CA123C5AA92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>
          <a:xfrm>
            <a:off x="11424625" y="6026714"/>
            <a:ext cx="671145" cy="525355"/>
          </a:xfrm>
        </p:spPr>
        <p:txBody>
          <a:bodyPr/>
          <a:lstStyle>
            <a:lvl1pPr>
              <a:defRPr sz="2000"/>
            </a:lvl1pPr>
          </a:lstStyle>
          <a:p>
            <a:fld id="{9BD6DDC0-F02B-0249-8F31-065B2676544E}" type="slidenum">
              <a:rPr lang="en-KR" smtClean="0"/>
              <a:pPr/>
              <a:t>‹#›</a:t>
            </a:fld>
            <a:endParaRPr lang="en-KR" dirty="0"/>
          </a:p>
        </p:txBody>
      </p:sp>
      <p:sp>
        <p:nvSpPr>
          <p:cNvPr id="38" name="Text Placeholder 24">
            <a:extLst>
              <a:ext uri="{FF2B5EF4-FFF2-40B4-BE49-F238E27FC236}">
                <a16:creationId xmlns:a16="http://schemas.microsoft.com/office/drawing/2014/main" id="{33802FA9-D246-1ECA-4492-573080FFDE5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25165" y="127002"/>
            <a:ext cx="11135034" cy="273100"/>
          </a:xfrm>
        </p:spPr>
        <p:txBody>
          <a:bodyPr>
            <a:noAutofit/>
          </a:bodyPr>
          <a:lstStyle>
            <a:lvl1pPr marL="0" indent="0">
              <a:buNone/>
              <a:defRPr sz="1600" b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sz="1600"/>
            </a:lvl2pPr>
            <a:lvl3pPr marL="1200150" indent="-285750">
              <a:buFont typeface="Arial" panose="020B0604020202020204" pitchFamily="34" charset="0"/>
              <a:buChar char="•"/>
              <a:defRPr sz="1400"/>
            </a:lvl3pPr>
          </a:lstStyle>
          <a:p>
            <a:pPr lvl="0"/>
            <a:r>
              <a:rPr lang="en-US" dirty="0"/>
              <a:t>#. Section Title</a:t>
            </a:r>
          </a:p>
        </p:txBody>
      </p:sp>
    </p:spTree>
    <p:extLst>
      <p:ext uri="{BB962C8B-B14F-4D97-AF65-F5344CB8AC3E}">
        <p14:creationId xmlns:p14="http://schemas.microsoft.com/office/powerpoint/2010/main" val="40708498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순서도: 수동 입력 7">
            <a:extLst>
              <a:ext uri="{FF2B5EF4-FFF2-40B4-BE49-F238E27FC236}">
                <a16:creationId xmlns:a16="http://schemas.microsoft.com/office/drawing/2014/main" id="{EFD8E8FC-E785-B7CD-C428-F1C85659FFF0}"/>
              </a:ext>
            </a:extLst>
          </p:cNvPr>
          <p:cNvSpPr/>
          <p:nvPr userDrawn="1"/>
        </p:nvSpPr>
        <p:spPr>
          <a:xfrm rot="5400000" flipH="1">
            <a:off x="174449" y="-50614"/>
            <a:ext cx="273099" cy="628331"/>
          </a:xfrm>
          <a:prstGeom prst="flowChartManualInpu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 b="0" i="0" dirty="0">
              <a:latin typeface="NanumBarunGothic" panose="020B0603020101020101" pitchFamily="34" charset="-127"/>
              <a:ea typeface="NanumBarunGothic" panose="020B0603020101020101" pitchFamily="34" charset="-127"/>
            </a:endParaRPr>
          </a:p>
        </p:txBody>
      </p:sp>
      <p:sp>
        <p:nvSpPr>
          <p:cNvPr id="11" name="제목 4">
            <a:extLst>
              <a:ext uri="{FF2B5EF4-FFF2-40B4-BE49-F238E27FC236}">
                <a16:creationId xmlns:a16="http://schemas.microsoft.com/office/drawing/2014/main" id="{6B434359-606B-A963-7AEB-71D863D96B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1071" y="461122"/>
            <a:ext cx="11319127" cy="595284"/>
          </a:xfrm>
        </p:spPr>
        <p:txBody>
          <a:bodyPr>
            <a:normAutofit/>
          </a:bodyPr>
          <a:lstStyle>
            <a:lvl1pPr>
              <a:defRPr sz="2400" b="0"/>
            </a:lvl1pPr>
          </a:lstStyle>
          <a:p>
            <a:r>
              <a:rPr lang="en-US" altLang="ko-KR" dirty="0"/>
              <a:t>Title</a:t>
            </a:r>
            <a:endParaRPr lang="ko-KR" altLang="en-US" dirty="0"/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7AAC480-1A69-7832-3807-1529AF15133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41325" y="1099648"/>
            <a:ext cx="11318875" cy="5189744"/>
          </a:xfrm>
        </p:spPr>
        <p:txBody>
          <a:bodyPr/>
          <a:lstStyle>
            <a:lvl1pPr>
              <a:lnSpc>
                <a:spcPct val="120000"/>
              </a:lnSpc>
              <a:defRPr sz="1800" b="0" i="0">
                <a:latin typeface="NanumBarunGothic" panose="020B0603020101020101" pitchFamily="34" charset="-127"/>
                <a:cs typeface="Times New Roman" panose="02020603050405020304" pitchFamily="18" charset="0"/>
              </a:defRPr>
            </a:lvl1pPr>
            <a:lvl2pPr>
              <a:lnSpc>
                <a:spcPct val="120000"/>
              </a:lnSpc>
              <a:defRPr sz="1600" b="0" i="0">
                <a:latin typeface="NanumBarunGothic" panose="020B0603020101020101" pitchFamily="34" charset="-127"/>
                <a:cs typeface="Times New Roman" panose="02020603050405020304" pitchFamily="18" charset="0"/>
              </a:defRPr>
            </a:lvl2pPr>
            <a:lvl3pPr marL="1200150" indent="-285750">
              <a:lnSpc>
                <a:spcPct val="120000"/>
              </a:lnSpc>
              <a:buFont typeface="Arial" panose="020B0604020202020204" pitchFamily="34" charset="0"/>
              <a:buChar char="•"/>
              <a:defRPr sz="1400" b="0" i="0">
                <a:latin typeface="NanumBarunGothic" panose="020B0603020101020101" pitchFamily="34" charset="-127"/>
                <a:cs typeface="Times New Roman" panose="02020603050405020304" pitchFamily="18" charset="0"/>
              </a:defRPr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6" name="Slide Number Placeholder 35">
            <a:extLst>
              <a:ext uri="{FF2B5EF4-FFF2-40B4-BE49-F238E27FC236}">
                <a16:creationId xmlns:a16="http://schemas.microsoft.com/office/drawing/2014/main" id="{A7E01D6D-FEB0-08F1-69B8-6CA123C5AA92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>
          <a:xfrm>
            <a:off x="11424625" y="6026714"/>
            <a:ext cx="671145" cy="525355"/>
          </a:xfrm>
        </p:spPr>
        <p:txBody>
          <a:bodyPr/>
          <a:lstStyle>
            <a:lvl1pPr>
              <a:defRPr sz="2000"/>
            </a:lvl1pPr>
          </a:lstStyle>
          <a:p>
            <a:fld id="{9BD6DDC0-F02B-0249-8F31-065B2676544E}" type="slidenum">
              <a:rPr lang="en-KR" smtClean="0"/>
              <a:pPr/>
              <a:t>‹#›</a:t>
            </a:fld>
            <a:endParaRPr lang="en-KR" dirty="0"/>
          </a:p>
        </p:txBody>
      </p:sp>
      <p:sp>
        <p:nvSpPr>
          <p:cNvPr id="38" name="Text Placeholder 24">
            <a:extLst>
              <a:ext uri="{FF2B5EF4-FFF2-40B4-BE49-F238E27FC236}">
                <a16:creationId xmlns:a16="http://schemas.microsoft.com/office/drawing/2014/main" id="{33802FA9-D246-1ECA-4492-573080FFDE5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25165" y="127002"/>
            <a:ext cx="11135034" cy="273100"/>
          </a:xfrm>
        </p:spPr>
        <p:txBody>
          <a:bodyPr>
            <a:noAutofit/>
          </a:bodyPr>
          <a:lstStyle>
            <a:lvl1pPr marL="0" indent="0">
              <a:buNone/>
              <a:defRPr sz="1600" b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sz="1600"/>
            </a:lvl2pPr>
            <a:lvl3pPr marL="1200150" indent="-285750">
              <a:buFont typeface="Arial" panose="020B0604020202020204" pitchFamily="34" charset="0"/>
              <a:buChar char="•"/>
              <a:defRPr sz="1400"/>
            </a:lvl3pPr>
          </a:lstStyle>
          <a:p>
            <a:pPr lvl="0"/>
            <a:r>
              <a:rPr lang="en-US" dirty="0"/>
              <a:t>#. Section Title</a:t>
            </a:r>
          </a:p>
        </p:txBody>
      </p:sp>
      <p:sp>
        <p:nvSpPr>
          <p:cNvPr id="2" name="Text Placeholder 24">
            <a:extLst>
              <a:ext uri="{FF2B5EF4-FFF2-40B4-BE49-F238E27FC236}">
                <a16:creationId xmlns:a16="http://schemas.microsoft.com/office/drawing/2014/main" id="{BB33A73C-7E47-2063-8C68-C6C55704C87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67738" y="6262716"/>
            <a:ext cx="11319128" cy="595284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50"/>
              </a:spcBef>
              <a:buNone/>
              <a:defRPr sz="1000" b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 sz="800"/>
            </a:lvl2pPr>
            <a:lvl3pPr marL="1200150" indent="-285750">
              <a:buFont typeface="Arial" panose="020B0604020202020204" pitchFamily="34" charset="0"/>
              <a:buChar char="•"/>
              <a:defRPr sz="800"/>
            </a:lvl3pPr>
          </a:lstStyle>
          <a:p>
            <a:pPr lvl="0"/>
            <a:r>
              <a:rPr lang="en-US" dirty="0"/>
              <a:t>Citation</a:t>
            </a:r>
          </a:p>
          <a:p>
            <a:pPr lvl="0"/>
            <a:r>
              <a:rPr lang="en-US" dirty="0"/>
              <a:t>Citation</a:t>
            </a:r>
          </a:p>
        </p:txBody>
      </p:sp>
    </p:spTree>
    <p:extLst>
      <p:ext uri="{BB962C8B-B14F-4D97-AF65-F5344CB8AC3E}">
        <p14:creationId xmlns:p14="http://schemas.microsoft.com/office/powerpoint/2010/main" val="33848222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순서도: 수동 입력 7">
            <a:extLst>
              <a:ext uri="{FF2B5EF4-FFF2-40B4-BE49-F238E27FC236}">
                <a16:creationId xmlns:a16="http://schemas.microsoft.com/office/drawing/2014/main" id="{EFD8E8FC-E785-B7CD-C428-F1C85659FFF0}"/>
              </a:ext>
            </a:extLst>
          </p:cNvPr>
          <p:cNvSpPr/>
          <p:nvPr userDrawn="1"/>
        </p:nvSpPr>
        <p:spPr>
          <a:xfrm rot="5400000" flipH="1">
            <a:off x="174449" y="-50614"/>
            <a:ext cx="273099" cy="628331"/>
          </a:xfrm>
          <a:prstGeom prst="flowChartManualInpu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 b="0" i="0" dirty="0">
              <a:latin typeface="NanumBarunGothic" panose="020B0603020101020101" pitchFamily="34" charset="-127"/>
              <a:ea typeface="NanumBarunGothic" panose="020B0603020101020101" pitchFamily="34" charset="-127"/>
            </a:endParaRPr>
          </a:p>
        </p:txBody>
      </p:sp>
      <p:cxnSp>
        <p:nvCxnSpPr>
          <p:cNvPr id="8" name="직선 연결선 19">
            <a:extLst>
              <a:ext uri="{FF2B5EF4-FFF2-40B4-BE49-F238E27FC236}">
                <a16:creationId xmlns:a16="http://schemas.microsoft.com/office/drawing/2014/main" id="{2D12D3B3-4EC7-7A3F-1B0B-76C9449702E3}"/>
              </a:ext>
            </a:extLst>
          </p:cNvPr>
          <p:cNvCxnSpPr/>
          <p:nvPr userDrawn="1"/>
        </p:nvCxnSpPr>
        <p:spPr>
          <a:xfrm flipV="1">
            <a:off x="326773" y="6311901"/>
            <a:ext cx="11154769" cy="1"/>
          </a:xfrm>
          <a:prstGeom prst="line">
            <a:avLst/>
          </a:prstGeom>
          <a:ln w="381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제목 4">
            <a:extLst>
              <a:ext uri="{FF2B5EF4-FFF2-40B4-BE49-F238E27FC236}">
                <a16:creationId xmlns:a16="http://schemas.microsoft.com/office/drawing/2014/main" id="{6B434359-606B-A963-7AEB-71D863D96B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1071" y="461122"/>
            <a:ext cx="11319127" cy="595284"/>
          </a:xfrm>
        </p:spPr>
        <p:txBody>
          <a:bodyPr>
            <a:normAutofit/>
          </a:bodyPr>
          <a:lstStyle>
            <a:lvl1pPr>
              <a:defRPr sz="2400" b="0"/>
            </a:lvl1pPr>
          </a:lstStyle>
          <a:p>
            <a:r>
              <a:rPr lang="en-US" altLang="ko-KR" dirty="0"/>
              <a:t>Title</a:t>
            </a:r>
            <a:endParaRPr lang="ko-KR" altLang="en-US" dirty="0"/>
          </a:p>
        </p:txBody>
      </p:sp>
      <p:sp>
        <p:nvSpPr>
          <p:cNvPr id="36" name="Slide Number Placeholder 35">
            <a:extLst>
              <a:ext uri="{FF2B5EF4-FFF2-40B4-BE49-F238E27FC236}">
                <a16:creationId xmlns:a16="http://schemas.microsoft.com/office/drawing/2014/main" id="{A7E01D6D-FEB0-08F1-69B8-6CA123C5AA92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>
          <a:xfrm>
            <a:off x="11424625" y="6026714"/>
            <a:ext cx="671145" cy="525355"/>
          </a:xfrm>
        </p:spPr>
        <p:txBody>
          <a:bodyPr/>
          <a:lstStyle>
            <a:lvl1pPr>
              <a:defRPr sz="2000"/>
            </a:lvl1pPr>
          </a:lstStyle>
          <a:p>
            <a:fld id="{9BD6DDC0-F02B-0249-8F31-065B2676544E}" type="slidenum">
              <a:rPr lang="en-KR" smtClean="0"/>
              <a:pPr/>
              <a:t>‹#›</a:t>
            </a:fld>
            <a:endParaRPr lang="en-KR" dirty="0"/>
          </a:p>
        </p:txBody>
      </p:sp>
      <p:sp>
        <p:nvSpPr>
          <p:cNvPr id="38" name="Text Placeholder 24">
            <a:extLst>
              <a:ext uri="{FF2B5EF4-FFF2-40B4-BE49-F238E27FC236}">
                <a16:creationId xmlns:a16="http://schemas.microsoft.com/office/drawing/2014/main" id="{33802FA9-D246-1ECA-4492-573080FFDE5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25165" y="127002"/>
            <a:ext cx="11135034" cy="273100"/>
          </a:xfrm>
        </p:spPr>
        <p:txBody>
          <a:bodyPr>
            <a:noAutofit/>
          </a:bodyPr>
          <a:lstStyle>
            <a:lvl1pPr marL="0" indent="0">
              <a:lnSpc>
                <a:spcPct val="120000"/>
              </a:lnSpc>
              <a:buNone/>
              <a:defRPr sz="1600" b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sz="1600"/>
            </a:lvl2pPr>
            <a:lvl3pPr marL="1200150" indent="-285750">
              <a:buFont typeface="Arial" panose="020B0604020202020204" pitchFamily="34" charset="0"/>
              <a:buChar char="•"/>
              <a:defRPr sz="1400"/>
            </a:lvl3pPr>
          </a:lstStyle>
          <a:p>
            <a:pPr lvl="0"/>
            <a:r>
              <a:rPr lang="en-US" dirty="0"/>
              <a:t>#. Section Title</a:t>
            </a:r>
          </a:p>
        </p:txBody>
      </p:sp>
      <p:sp>
        <p:nvSpPr>
          <p:cNvPr id="2" name="Text Placeholder 24">
            <a:extLst>
              <a:ext uri="{FF2B5EF4-FFF2-40B4-BE49-F238E27FC236}">
                <a16:creationId xmlns:a16="http://schemas.microsoft.com/office/drawing/2014/main" id="{FA6715D7-11FA-F29F-1CCE-1788976DACE8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41323" y="1560300"/>
            <a:ext cx="5433698" cy="4724009"/>
          </a:xfrm>
        </p:spPr>
        <p:txBody>
          <a:bodyPr/>
          <a:lstStyle>
            <a:lvl1pPr>
              <a:lnSpc>
                <a:spcPct val="120000"/>
              </a:lnSpc>
              <a:defRPr sz="1800" b="0"/>
            </a:lvl1pPr>
            <a:lvl2pPr>
              <a:lnSpc>
                <a:spcPct val="120000"/>
              </a:lnSpc>
              <a:defRPr sz="1600" b="0"/>
            </a:lvl2pPr>
            <a:lvl3pPr marL="1200150" indent="-285750">
              <a:lnSpc>
                <a:spcPct val="120000"/>
              </a:lnSpc>
              <a:buFont typeface="Arial" panose="020B0604020202020204" pitchFamily="34" charset="0"/>
              <a:buChar char="•"/>
              <a:defRPr sz="1400" b="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" name="Text Placeholder 24">
            <a:extLst>
              <a:ext uri="{FF2B5EF4-FFF2-40B4-BE49-F238E27FC236}">
                <a16:creationId xmlns:a16="http://schemas.microsoft.com/office/drawing/2014/main" id="{5D30FBEE-5BB6-1888-DA11-48946890A5F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41071" y="1131577"/>
            <a:ext cx="5433698" cy="401132"/>
          </a:xfrm>
        </p:spPr>
        <p:txBody>
          <a:bodyPr>
            <a:normAutofit/>
          </a:bodyPr>
          <a:lstStyle>
            <a:lvl1pPr marL="0" indent="0" algn="ctr">
              <a:buNone/>
              <a:defRPr sz="2200" b="0"/>
            </a:lvl1pPr>
            <a:lvl2pPr>
              <a:defRPr sz="1600"/>
            </a:lvl2pPr>
            <a:lvl3pPr marL="914400" indent="0" algn="ctr">
              <a:buFont typeface="Arial" panose="020B0604020202020204" pitchFamily="34" charset="0"/>
              <a:buNone/>
              <a:defRPr sz="2000"/>
            </a:lvl3pPr>
          </a:lstStyle>
          <a:p>
            <a:pPr lvl="0"/>
            <a:r>
              <a:rPr lang="en-US" dirty="0"/>
              <a:t>Sub-title</a:t>
            </a:r>
          </a:p>
        </p:txBody>
      </p:sp>
      <p:sp>
        <p:nvSpPr>
          <p:cNvPr id="4" name="Text Placeholder 24">
            <a:extLst>
              <a:ext uri="{FF2B5EF4-FFF2-40B4-BE49-F238E27FC236}">
                <a16:creationId xmlns:a16="http://schemas.microsoft.com/office/drawing/2014/main" id="{B55BD7AA-A368-0844-3CC4-873702DFC5FF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96252" y="1560300"/>
            <a:ext cx="5433698" cy="4724009"/>
          </a:xfrm>
        </p:spPr>
        <p:txBody>
          <a:bodyPr/>
          <a:lstStyle>
            <a:lvl1pPr>
              <a:lnSpc>
                <a:spcPct val="120000"/>
              </a:lnSpc>
              <a:defRPr sz="1800" b="0"/>
            </a:lvl1pPr>
            <a:lvl2pPr>
              <a:lnSpc>
                <a:spcPct val="120000"/>
              </a:lnSpc>
              <a:defRPr sz="1600" b="0"/>
            </a:lvl2pPr>
            <a:lvl3pPr marL="1200150" indent="-285750">
              <a:lnSpc>
                <a:spcPct val="120000"/>
              </a:lnSpc>
              <a:buFont typeface="Arial" panose="020B0604020202020204" pitchFamily="34" charset="0"/>
              <a:buChar char="•"/>
              <a:defRPr sz="1400" b="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" name="Text Placeholder 24">
            <a:extLst>
              <a:ext uri="{FF2B5EF4-FFF2-40B4-BE49-F238E27FC236}">
                <a16:creationId xmlns:a16="http://schemas.microsoft.com/office/drawing/2014/main" id="{BB1CEFEF-172D-5C45-859F-BAF79B888C0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096000" y="1131577"/>
            <a:ext cx="5433698" cy="401132"/>
          </a:xfrm>
        </p:spPr>
        <p:txBody>
          <a:bodyPr>
            <a:normAutofit/>
          </a:bodyPr>
          <a:lstStyle>
            <a:lvl1pPr marL="0" indent="0" algn="ctr">
              <a:buNone/>
              <a:defRPr sz="2200" b="0"/>
            </a:lvl1pPr>
            <a:lvl2pPr>
              <a:defRPr sz="1600"/>
            </a:lvl2pPr>
            <a:lvl3pPr marL="914400" indent="0" algn="ctr">
              <a:buFont typeface="Arial" panose="020B0604020202020204" pitchFamily="34" charset="0"/>
              <a:buNone/>
              <a:defRPr sz="2000"/>
            </a:lvl3pPr>
          </a:lstStyle>
          <a:p>
            <a:pPr lvl="0"/>
            <a:r>
              <a:rPr lang="en-US" dirty="0"/>
              <a:t>Sub-title</a:t>
            </a:r>
          </a:p>
        </p:txBody>
      </p:sp>
      <p:sp>
        <p:nvSpPr>
          <p:cNvPr id="6" name="Text Placeholder 24">
            <a:extLst>
              <a:ext uri="{FF2B5EF4-FFF2-40B4-BE49-F238E27FC236}">
                <a16:creationId xmlns:a16="http://schemas.microsoft.com/office/drawing/2014/main" id="{7C40926D-5D72-76E0-E11C-44EF2A188DA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67738" y="6262716"/>
            <a:ext cx="11319128" cy="595284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50"/>
              </a:spcBef>
              <a:buNone/>
              <a:defRPr sz="1000" b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 sz="800"/>
            </a:lvl2pPr>
            <a:lvl3pPr marL="1200150" indent="-285750">
              <a:buFont typeface="Arial" panose="020B0604020202020204" pitchFamily="34" charset="0"/>
              <a:buChar char="•"/>
              <a:defRPr sz="800"/>
            </a:lvl3pPr>
          </a:lstStyle>
          <a:p>
            <a:pPr lvl="0"/>
            <a:r>
              <a:rPr lang="en-US" dirty="0"/>
              <a:t>Citation</a:t>
            </a:r>
          </a:p>
          <a:p>
            <a:pPr lvl="0"/>
            <a:r>
              <a:rPr lang="en-US" dirty="0"/>
              <a:t>Citation</a:t>
            </a:r>
          </a:p>
        </p:txBody>
      </p:sp>
    </p:spTree>
    <p:extLst>
      <p:ext uri="{BB962C8B-B14F-4D97-AF65-F5344CB8AC3E}">
        <p14:creationId xmlns:p14="http://schemas.microsoft.com/office/powerpoint/2010/main" val="22793128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2">
            <a:extLst>
              <a:ext uri="{FF2B5EF4-FFF2-40B4-BE49-F238E27FC236}">
                <a16:creationId xmlns:a16="http://schemas.microsoft.com/office/drawing/2014/main" id="{FD46EE62-3A8C-A371-14E4-769EC8ADC87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95104" y="1661160"/>
            <a:ext cx="3001792" cy="3535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1902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05168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61A9976-E955-F60A-33D9-C13140ADD4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KR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AA1015-DAD9-639A-5742-79C01620B0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KR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436103-2E0B-AE43-2516-4D290BC5263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 i="0">
                <a:solidFill>
                  <a:schemeClr val="tx1">
                    <a:tint val="82000"/>
                  </a:schemeClr>
                </a:solidFill>
                <a:latin typeface="NanumBarunGothic" panose="020B0603020101020101" pitchFamily="34" charset="-127"/>
              </a:defRPr>
            </a:lvl1pPr>
          </a:lstStyle>
          <a:p>
            <a:fld id="{C57D0951-C5F5-354B-A57A-D2E03E77954A}" type="datetime1">
              <a:rPr lang="en-US" smtClean="0"/>
              <a:pPr/>
              <a:t>11/27/2025</a:t>
            </a:fld>
            <a:endParaRPr lang="en-KR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1111DE-7215-183E-0210-5137AAEC9D9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tx1">
                    <a:tint val="82000"/>
                  </a:schemeClr>
                </a:solidFill>
                <a:latin typeface="NanumBarunGothic" panose="020B0603020101020101" pitchFamily="34" charset="-127"/>
              </a:defRPr>
            </a:lvl1pPr>
          </a:lstStyle>
          <a:p>
            <a:endParaRPr lang="en-KR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25BF8A-A629-41F6-99DE-34F9D4D2C6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>
                    <a:tint val="82000"/>
                  </a:schemeClr>
                </a:solidFill>
                <a:latin typeface="NanumBarunGothic" panose="020B0603020101020101" pitchFamily="34" charset="-127"/>
              </a:defRPr>
            </a:lvl1pPr>
          </a:lstStyle>
          <a:p>
            <a:fld id="{9BD6DDC0-F02B-0249-8F31-065B2676544E}" type="slidenum">
              <a:rPr lang="en-KR" smtClean="0"/>
              <a:pPr/>
              <a:t>‹#›</a:t>
            </a:fld>
            <a:endParaRPr lang="en-KR" dirty="0"/>
          </a:p>
        </p:txBody>
      </p:sp>
    </p:spTree>
    <p:extLst>
      <p:ext uri="{BB962C8B-B14F-4D97-AF65-F5344CB8AC3E}">
        <p14:creationId xmlns:p14="http://schemas.microsoft.com/office/powerpoint/2010/main" val="224826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3" r:id="rId4"/>
    <p:sldLayoutId id="2147483655" r:id="rId5"/>
    <p:sldLayoutId id="2147483654" r:id="rId6"/>
    <p:sldLayoutId id="2147483652" r:id="rId7"/>
    <p:sldLayoutId id="2147483656" r:id="rId8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0" i="0" kern="1200">
          <a:solidFill>
            <a:schemeClr val="tx1"/>
          </a:solidFill>
          <a:latin typeface="NanumBarunGothic" panose="020B0603020101020101" pitchFamily="34" charset="-12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NanumBarunGothic" panose="020B0603020101020101" pitchFamily="34" charset="-127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NanumBarunGothic" panose="020B0603020101020101" pitchFamily="34" charset="-127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NanumBarunGothic" panose="020B0603020101020101" pitchFamily="34" charset="-127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NanumBarunGothic" panose="020B0603020101020101" pitchFamily="34" charset="-127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NanumBarunGothic" panose="020B0603020101020101" pitchFamily="34" charset="-12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K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5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.bin"/><Relationship Id="rId13" Type="http://schemas.openxmlformats.org/officeDocument/2006/relationships/image" Target="../media/image11.wmf"/><Relationship Id="rId3" Type="http://schemas.openxmlformats.org/officeDocument/2006/relationships/image" Target="../media/image6.wmf"/><Relationship Id="rId7" Type="http://schemas.openxmlformats.org/officeDocument/2006/relationships/image" Target="../media/image8.wmf"/><Relationship Id="rId12" Type="http://schemas.openxmlformats.org/officeDocument/2006/relationships/oleObject" Target="../embeddings/oleObject6.bin"/><Relationship Id="rId17" Type="http://schemas.openxmlformats.org/officeDocument/2006/relationships/image" Target="../media/image13.wmf"/><Relationship Id="rId2" Type="http://schemas.openxmlformats.org/officeDocument/2006/relationships/oleObject" Target="../embeddings/oleObject1.bin"/><Relationship Id="rId16" Type="http://schemas.openxmlformats.org/officeDocument/2006/relationships/oleObject" Target="../embeddings/oleObject7.bin"/><Relationship Id="rId1" Type="http://schemas.openxmlformats.org/officeDocument/2006/relationships/slideLayout" Target="../slideLayouts/slideLayout4.xml"/><Relationship Id="rId6" Type="http://schemas.openxmlformats.org/officeDocument/2006/relationships/oleObject" Target="../embeddings/oleObject3.bin"/><Relationship Id="rId11" Type="http://schemas.openxmlformats.org/officeDocument/2006/relationships/image" Target="../media/image10.wmf"/><Relationship Id="rId5" Type="http://schemas.openxmlformats.org/officeDocument/2006/relationships/image" Target="../media/image7.wmf"/><Relationship Id="rId15" Type="http://schemas.microsoft.com/office/2007/relationships/hdphoto" Target="../media/hdphoto1.wdp"/><Relationship Id="rId10" Type="http://schemas.openxmlformats.org/officeDocument/2006/relationships/oleObject" Target="../embeddings/oleObject5.bin"/><Relationship Id="rId4" Type="http://schemas.openxmlformats.org/officeDocument/2006/relationships/oleObject" Target="../embeddings/oleObject2.bin"/><Relationship Id="rId9" Type="http://schemas.openxmlformats.org/officeDocument/2006/relationships/image" Target="../media/image9.wmf"/><Relationship Id="rId14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1.bin"/><Relationship Id="rId3" Type="http://schemas.openxmlformats.org/officeDocument/2006/relationships/image" Target="../media/image16.wmf"/><Relationship Id="rId7" Type="http://schemas.openxmlformats.org/officeDocument/2006/relationships/image" Target="../media/image18.wmf"/><Relationship Id="rId2" Type="http://schemas.openxmlformats.org/officeDocument/2006/relationships/oleObject" Target="../embeddings/oleObject8.bin"/><Relationship Id="rId1" Type="http://schemas.openxmlformats.org/officeDocument/2006/relationships/slideLayout" Target="../slideLayouts/slideLayout4.xml"/><Relationship Id="rId6" Type="http://schemas.openxmlformats.org/officeDocument/2006/relationships/oleObject" Target="../embeddings/oleObject10.bin"/><Relationship Id="rId5" Type="http://schemas.openxmlformats.org/officeDocument/2006/relationships/image" Target="../media/image17.wmf"/><Relationship Id="rId4" Type="http://schemas.openxmlformats.org/officeDocument/2006/relationships/oleObject" Target="../embeddings/oleObject9.bin"/><Relationship Id="rId9" Type="http://schemas.openxmlformats.org/officeDocument/2006/relationships/image" Target="../media/image19.w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2.png"/><Relationship Id="rId4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wmf"/><Relationship Id="rId3" Type="http://schemas.openxmlformats.org/officeDocument/2006/relationships/image" Target="../media/image23.png"/><Relationship Id="rId7" Type="http://schemas.openxmlformats.org/officeDocument/2006/relationships/oleObject" Target="../embeddings/oleObject13.bin"/><Relationship Id="rId12" Type="http://schemas.openxmlformats.org/officeDocument/2006/relationships/image" Target="../media/image37.wmf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4.wmf"/><Relationship Id="rId11" Type="http://schemas.openxmlformats.org/officeDocument/2006/relationships/oleObject" Target="../embeddings/oleObject15.bin"/><Relationship Id="rId5" Type="http://schemas.openxmlformats.org/officeDocument/2006/relationships/oleObject" Target="../embeddings/oleObject12.bin"/><Relationship Id="rId10" Type="http://schemas.openxmlformats.org/officeDocument/2006/relationships/image" Target="../media/image36.wmf"/><Relationship Id="rId4" Type="http://schemas.openxmlformats.org/officeDocument/2006/relationships/image" Target="../media/image33.png"/><Relationship Id="rId9" Type="http://schemas.openxmlformats.org/officeDocument/2006/relationships/oleObject" Target="../embeddings/oleObject14.bin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wmf"/><Relationship Id="rId13" Type="http://schemas.openxmlformats.org/officeDocument/2006/relationships/image" Target="../media/image45.png"/><Relationship Id="rId18" Type="http://schemas.openxmlformats.org/officeDocument/2006/relationships/oleObject" Target="../embeddings/oleObject21.bin"/><Relationship Id="rId3" Type="http://schemas.openxmlformats.org/officeDocument/2006/relationships/image" Target="../media/image39.png"/><Relationship Id="rId21" Type="http://schemas.openxmlformats.org/officeDocument/2006/relationships/image" Target="../media/image50.wmf"/><Relationship Id="rId7" Type="http://schemas.openxmlformats.org/officeDocument/2006/relationships/oleObject" Target="../embeddings/oleObject17.bin"/><Relationship Id="rId12" Type="http://schemas.openxmlformats.org/officeDocument/2006/relationships/image" Target="../media/image44.wmf"/><Relationship Id="rId17" Type="http://schemas.openxmlformats.org/officeDocument/2006/relationships/image" Target="../media/image48.emf"/><Relationship Id="rId2" Type="http://schemas.openxmlformats.org/officeDocument/2006/relationships/image" Target="../media/image38.png"/><Relationship Id="rId16" Type="http://schemas.openxmlformats.org/officeDocument/2006/relationships/oleObject" Target="../embeddings/oleObject20.bin"/><Relationship Id="rId20" Type="http://schemas.openxmlformats.org/officeDocument/2006/relationships/oleObject" Target="../embeddings/oleObject22.bin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1.wmf"/><Relationship Id="rId11" Type="http://schemas.openxmlformats.org/officeDocument/2006/relationships/oleObject" Target="../embeddings/oleObject19.bin"/><Relationship Id="rId24" Type="http://schemas.openxmlformats.org/officeDocument/2006/relationships/image" Target="../media/image52.wmf"/><Relationship Id="rId5" Type="http://schemas.openxmlformats.org/officeDocument/2006/relationships/oleObject" Target="../embeddings/oleObject16.bin"/><Relationship Id="rId15" Type="http://schemas.openxmlformats.org/officeDocument/2006/relationships/image" Target="../media/image47.png"/><Relationship Id="rId23" Type="http://schemas.openxmlformats.org/officeDocument/2006/relationships/oleObject" Target="../embeddings/oleObject23.bin"/><Relationship Id="rId10" Type="http://schemas.openxmlformats.org/officeDocument/2006/relationships/image" Target="../media/image43.wmf"/><Relationship Id="rId19" Type="http://schemas.openxmlformats.org/officeDocument/2006/relationships/image" Target="../media/image49.wmf"/><Relationship Id="rId4" Type="http://schemas.openxmlformats.org/officeDocument/2006/relationships/image" Target="../media/image40.png"/><Relationship Id="rId9" Type="http://schemas.openxmlformats.org/officeDocument/2006/relationships/oleObject" Target="../embeddings/oleObject18.bin"/><Relationship Id="rId14" Type="http://schemas.openxmlformats.org/officeDocument/2006/relationships/image" Target="../media/image46.png"/><Relationship Id="rId22" Type="http://schemas.openxmlformats.org/officeDocument/2006/relationships/image" Target="../media/image51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>
            <a:extLst>
              <a:ext uri="{FF2B5EF4-FFF2-40B4-BE49-F238E27FC236}">
                <a16:creationId xmlns:a16="http://schemas.microsoft.com/office/drawing/2014/main" id="{587BA604-1151-4261-A75E-BCF05676E13F}"/>
              </a:ext>
            </a:extLst>
          </p:cNvPr>
          <p:cNvSpPr txBox="1"/>
          <p:nvPr/>
        </p:nvSpPr>
        <p:spPr>
          <a:xfrm>
            <a:off x="-1" y="1896100"/>
            <a:ext cx="12192000" cy="121597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lang="ko-KR" altLang="en-US" sz="32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배터리 열화 모델 기반 에너지 최적화</a:t>
            </a:r>
            <a:endParaRPr lang="en-US" altLang="ko-KR" sz="3200" b="1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algn="ctr">
              <a:lnSpc>
                <a:spcPct val="120000"/>
              </a:lnSpc>
            </a:pPr>
            <a:r>
              <a:rPr lang="ko-KR" altLang="en-US" sz="32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중간 보고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57CBE14-9C1B-46F4-8A7E-9F9AC765F183}"/>
              </a:ext>
            </a:extLst>
          </p:cNvPr>
          <p:cNvSpPr txBox="1"/>
          <p:nvPr/>
        </p:nvSpPr>
        <p:spPr>
          <a:xfrm>
            <a:off x="1677520" y="1352346"/>
            <a:ext cx="8836959" cy="4542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b="1" dirty="0">
                <a:solidFill>
                  <a:schemeClr val="bg1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MIC-BSL LAB </a:t>
            </a:r>
            <a:r>
              <a:rPr lang="ko-KR" altLang="en-US" b="1" dirty="0">
                <a:solidFill>
                  <a:schemeClr val="bg1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공동 연구</a:t>
            </a:r>
          </a:p>
        </p:txBody>
      </p:sp>
      <p:sp>
        <p:nvSpPr>
          <p:cNvPr id="15" name="TextBox 24">
            <a:extLst>
              <a:ext uri="{FF2B5EF4-FFF2-40B4-BE49-F238E27FC236}">
                <a16:creationId xmlns:a16="http://schemas.microsoft.com/office/drawing/2014/main" id="{ACE3C4F1-A228-4DDD-9A7D-83A8E2C3DDD3}"/>
              </a:ext>
            </a:extLst>
          </p:cNvPr>
          <p:cNvSpPr txBox="1"/>
          <p:nvPr/>
        </p:nvSpPr>
        <p:spPr>
          <a:xfrm>
            <a:off x="3074304" y="3259053"/>
            <a:ext cx="6044400" cy="2131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ko-KR" altLang="en-US" sz="2000" b="1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장승훈</a:t>
            </a:r>
            <a:endParaRPr lang="en-US" altLang="ko-KR" sz="2000" b="1" baseline="300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en-US" sz="20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박사과정</a:t>
            </a:r>
            <a:endParaRPr lang="en-US" altLang="ko-KR" sz="20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en-US" sz="20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조천식모빌리티대학원</a:t>
            </a:r>
            <a:r>
              <a:rPr lang="en-US" altLang="ko-KR" sz="20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KAIST</a:t>
            </a:r>
          </a:p>
          <a:p>
            <a:pPr algn="ctr">
              <a:lnSpc>
                <a:spcPct val="150000"/>
              </a:lnSpc>
            </a:pPr>
            <a:endParaRPr lang="en-US" altLang="ko-KR" sz="10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algn="ctr">
              <a:lnSpc>
                <a:spcPct val="150000"/>
              </a:lnSpc>
            </a:pPr>
            <a:r>
              <a:rPr lang="en-US" altLang="ko-KR" sz="20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2025. 11. 27. (</a:t>
            </a:r>
            <a:r>
              <a:rPr lang="ko-KR" altLang="en-US" sz="20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금</a:t>
            </a:r>
            <a:r>
              <a:rPr lang="en-US" altLang="ko-KR" sz="20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</a:t>
            </a:r>
            <a:endParaRPr lang="ko-KR" altLang="en-US" sz="2000" dirty="0">
              <a:solidFill>
                <a:srgbClr val="C00000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pic>
        <p:nvPicPr>
          <p:cNvPr id="3" name="그림 2" descr="텍스트, 폰트, 그래픽, 로고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B18B3E05-51AE-49D6-A7E8-B17766087AB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4372"/>
          <a:stretch/>
        </p:blipFill>
        <p:spPr>
          <a:xfrm>
            <a:off x="3936088" y="5844552"/>
            <a:ext cx="2368952" cy="665106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197C53D3-BB19-47C7-A6EA-96A2D30782EA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7287"/>
          <a:stretch/>
        </p:blipFill>
        <p:spPr>
          <a:xfrm>
            <a:off x="6234730" y="6029564"/>
            <a:ext cx="1458029" cy="433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59884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EC079543-DAA7-8106-215D-ECD0799D73D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ko-KR" altLang="en-US" sz="2400" b="1" dirty="0"/>
              <a:t>선행 연구</a:t>
            </a:r>
            <a:endParaRPr lang="en-US" altLang="ko-KR" sz="2400" b="1" dirty="0"/>
          </a:p>
          <a:p>
            <a:r>
              <a:rPr lang="ko-KR" altLang="en-US" sz="2400" b="1" dirty="0"/>
              <a:t>연구 진행 현황</a:t>
            </a:r>
            <a:endParaRPr lang="en-US" altLang="ko-KR" sz="2400" b="1" dirty="0"/>
          </a:p>
          <a:p>
            <a:pPr marL="742950" lvl="1" indent="-285750">
              <a:lnSpc>
                <a:spcPct val="150000"/>
              </a:lnSpc>
              <a:buFontTx/>
              <a:buChar char="-"/>
            </a:pPr>
            <a:r>
              <a:rPr lang="en-US" altLang="ko-KR" sz="1600" dirty="0" err="1"/>
              <a:t>Matlab</a:t>
            </a:r>
            <a:r>
              <a:rPr lang="en-US" altLang="ko-KR" sz="1600" dirty="0"/>
              <a:t>/Simulink-</a:t>
            </a:r>
            <a:r>
              <a:rPr lang="en-US" altLang="ko-KR" sz="1600" dirty="0" err="1"/>
              <a:t>Pybamm</a:t>
            </a:r>
            <a:r>
              <a:rPr lang="en-US" altLang="ko-KR" sz="1600" dirty="0"/>
              <a:t>-</a:t>
            </a:r>
            <a:r>
              <a:rPr lang="en-US" altLang="ko-KR" sz="1600" dirty="0" err="1"/>
              <a:t>casadi</a:t>
            </a:r>
            <a:r>
              <a:rPr lang="en-US" altLang="ko-KR" sz="1600" dirty="0"/>
              <a:t> </a:t>
            </a:r>
            <a:r>
              <a:rPr lang="ko-KR" altLang="en-US" sz="1600" dirty="0"/>
              <a:t>기반 고도화된 배터리 시뮬레이터 구현</a:t>
            </a:r>
            <a:endParaRPr lang="en-US" altLang="ko-KR" sz="1600" dirty="0"/>
          </a:p>
          <a:p>
            <a:pPr marL="742950" lvl="1" indent="-285750">
              <a:lnSpc>
                <a:spcPct val="150000"/>
              </a:lnSpc>
              <a:buFontTx/>
              <a:buChar char="-"/>
            </a:pPr>
            <a:r>
              <a:rPr lang="ko-KR" altLang="en-US" sz="1600" dirty="0"/>
              <a:t>배터리 모델 기반 에너지 최적화 전략 검증</a:t>
            </a:r>
            <a:endParaRPr lang="en-US" altLang="ko-KR" sz="2000" dirty="0"/>
          </a:p>
          <a:p>
            <a:r>
              <a:rPr lang="ko-KR" altLang="en-US" sz="2400" b="1" dirty="0"/>
              <a:t>연구 계획</a:t>
            </a:r>
            <a:endParaRPr lang="en-US" altLang="ko-KR" sz="2400" b="1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FC1122E-1656-4BB1-F4F4-B7A104AE7A6C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231857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4E062B6-3DF8-9843-53DC-9B6AAED918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1071" y="530792"/>
            <a:ext cx="11319127" cy="595284"/>
          </a:xfrm>
        </p:spPr>
        <p:txBody>
          <a:bodyPr/>
          <a:lstStyle/>
          <a:p>
            <a:r>
              <a:rPr lang="ko-KR" altLang="en-US" b="1" dirty="0"/>
              <a:t>배터리 열화 모델 기반 에너지 관리 제어 전략 </a:t>
            </a:r>
            <a:r>
              <a:rPr lang="en-US" altLang="ko-KR" b="1" dirty="0"/>
              <a:t>[1]</a:t>
            </a:r>
            <a:endParaRPr lang="ko-KR" altLang="en-US" b="1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C772709-6B95-4AF2-E1D7-35059EE79EA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41323" y="1137464"/>
            <a:ext cx="11318875" cy="5189744"/>
          </a:xfrm>
        </p:spPr>
        <p:txBody>
          <a:bodyPr/>
          <a:lstStyle/>
          <a:p>
            <a:r>
              <a:rPr lang="ko-KR" altLang="en-US" b="1" dirty="0"/>
              <a:t>핵심 내용</a:t>
            </a:r>
            <a:endParaRPr lang="en-US" altLang="ko-KR" b="1" dirty="0"/>
          </a:p>
          <a:p>
            <a:pPr lvl="1"/>
            <a:r>
              <a:rPr lang="ko-KR" altLang="en-US" b="1" dirty="0"/>
              <a:t>연료</a:t>
            </a:r>
            <a:r>
              <a:rPr lang="en-US" altLang="ko-KR" b="1" dirty="0"/>
              <a:t>(fuel) </a:t>
            </a:r>
            <a:r>
              <a:rPr lang="ko-KR" altLang="en-US" b="1" dirty="0"/>
              <a:t>소비</a:t>
            </a:r>
            <a:r>
              <a:rPr lang="ko-KR" altLang="en-US" dirty="0"/>
              <a:t>와</a:t>
            </a:r>
            <a:r>
              <a:rPr lang="en-US" altLang="ko-KR" dirty="0"/>
              <a:t> </a:t>
            </a:r>
            <a:r>
              <a:rPr lang="ko-KR" altLang="en-US" b="1" dirty="0"/>
              <a:t>배터리 수명</a:t>
            </a:r>
            <a:r>
              <a:rPr lang="en-US" altLang="ko-KR" b="1" dirty="0"/>
              <a:t>(aging)</a:t>
            </a:r>
            <a:r>
              <a:rPr lang="ko-KR" altLang="en-US" dirty="0"/>
              <a:t>간의 최적화 </a:t>
            </a:r>
            <a:r>
              <a:rPr lang="en-US" altLang="ko-KR" dirty="0"/>
              <a:t>framework</a:t>
            </a:r>
            <a:r>
              <a:rPr lang="ko-KR" altLang="en-US" dirty="0"/>
              <a:t> 제시</a:t>
            </a:r>
            <a:endParaRPr lang="en-US" altLang="ko-KR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445CAFA-6016-87B6-C69A-7B97718DAE2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86881" y="6354695"/>
            <a:ext cx="11318875" cy="568608"/>
          </a:xfrm>
        </p:spPr>
        <p:txBody>
          <a:bodyPr/>
          <a:lstStyle/>
          <a:p>
            <a:r>
              <a:rPr lang="en-US" altLang="ko-KR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[1] L. Tang, G. </a:t>
            </a:r>
            <a:r>
              <a:rPr lang="en-US" altLang="ko-KR" sz="11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Rizzoni</a:t>
            </a:r>
            <a:r>
              <a:rPr lang="en-US" altLang="ko-KR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and S. </a:t>
            </a:r>
            <a:r>
              <a:rPr lang="en-US" altLang="ko-KR" sz="11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Onori</a:t>
            </a:r>
            <a:r>
              <a:rPr lang="en-US" altLang="ko-KR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"Energy Management Strategy for HEVs Including Battery Life Optimization," in IEEE Transactions on Transportation Electrification, vol. 1, no. 3, pp. 211-222, Oct. 2015, </a:t>
            </a:r>
            <a:r>
              <a:rPr lang="en-US" altLang="ko-KR" sz="11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doi</a:t>
            </a:r>
            <a:r>
              <a:rPr lang="en-US" altLang="ko-KR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: 10.1109/TTE.2015.2471180.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B6CC68E-4639-B857-AEC4-CCCFF7C5E569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9BD6DDC0-F02B-0249-8F31-065B2676544E}" type="slidenum">
              <a:rPr lang="en-KR" smtClean="0"/>
              <a:pPr/>
              <a:t>3</a:t>
            </a:fld>
            <a:endParaRPr lang="en-KR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925DC3B3-ECD0-84A2-7369-08F73063B5E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5164" y="127002"/>
            <a:ext cx="11470605" cy="273100"/>
          </a:xfrm>
        </p:spPr>
        <p:txBody>
          <a:bodyPr/>
          <a:lstStyle/>
          <a:p>
            <a:r>
              <a:rPr lang="en-US" altLang="ko-KR" sz="1600" b="1" dirty="0"/>
              <a:t>1. </a:t>
            </a:r>
            <a:r>
              <a:rPr lang="ko-KR" altLang="en-US" sz="1600" b="1" dirty="0"/>
              <a:t>선행 연구</a:t>
            </a:r>
            <a:endParaRPr lang="en-US" altLang="ko-KR" sz="1600" b="1" dirty="0"/>
          </a:p>
        </p:txBody>
      </p:sp>
      <p:grpSp>
        <p:nvGrpSpPr>
          <p:cNvPr id="50" name="그룹 49">
            <a:extLst>
              <a:ext uri="{FF2B5EF4-FFF2-40B4-BE49-F238E27FC236}">
                <a16:creationId xmlns:a16="http://schemas.microsoft.com/office/drawing/2014/main" id="{E3DF72B7-AB2D-64D1-A295-F6FF1CCB5EDF}"/>
              </a:ext>
            </a:extLst>
          </p:cNvPr>
          <p:cNvGrpSpPr/>
          <p:nvPr/>
        </p:nvGrpSpPr>
        <p:grpSpPr>
          <a:xfrm>
            <a:off x="1464805" y="2213758"/>
            <a:ext cx="5816502" cy="3367891"/>
            <a:chOff x="1121905" y="1985158"/>
            <a:chExt cx="5816502" cy="3367891"/>
          </a:xfrm>
        </p:grpSpPr>
        <p:sp>
          <p:nvSpPr>
            <p:cNvPr id="7" name="모서리가 둥근 직사각형 145">
              <a:extLst>
                <a:ext uri="{FF2B5EF4-FFF2-40B4-BE49-F238E27FC236}">
                  <a16:creationId xmlns:a16="http://schemas.microsoft.com/office/drawing/2014/main" id="{A1A6ABC7-12C9-F467-9CCC-873894FF0074}"/>
                </a:ext>
              </a:extLst>
            </p:cNvPr>
            <p:cNvSpPr/>
            <p:nvPr/>
          </p:nvSpPr>
          <p:spPr>
            <a:xfrm>
              <a:off x="1121905" y="2212625"/>
              <a:ext cx="5010074" cy="261597"/>
            </a:xfrm>
            <a:prstGeom prst="roundRect">
              <a:avLst>
                <a:gd name="adj" fmla="val 1142"/>
              </a:avLst>
            </a:prstGeom>
            <a:solidFill>
              <a:schemeClr val="bg1">
                <a:lumMod val="95000"/>
              </a:schemeClr>
            </a:solidFill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/>
            <a:lstStyle/>
            <a:p>
              <a:pPr algn="ctr"/>
              <a:r>
                <a:rPr lang="ko-KR" altLang="en-US" sz="1200" b="1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배터리 열화 요인 및 모델</a:t>
              </a:r>
              <a:endParaRPr lang="en-US" altLang="ko-KR" sz="12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4EC0655A-CA7F-C98E-F96E-D7C2513E9B41}"/>
                </a:ext>
              </a:extLst>
            </p:cNvPr>
            <p:cNvSpPr txBox="1"/>
            <p:nvPr/>
          </p:nvSpPr>
          <p:spPr>
            <a:xfrm>
              <a:off x="1121905" y="2538172"/>
              <a:ext cx="1511894" cy="1324895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bg1">
                  <a:lumMod val="75000"/>
                </a:schemeClr>
              </a:solidFill>
            </a:ln>
          </p:spPr>
          <p:txBody>
            <a:bodyPr wrap="square" rtlCol="0" anchor="ctr">
              <a:noAutofit/>
            </a:bodyPr>
            <a:lstStyle/>
            <a:p>
              <a:pPr marL="228600" indent="-228600" algn="just">
                <a:lnSpc>
                  <a:spcPct val="150000"/>
                </a:lnSpc>
                <a:buAutoNum type="arabicPeriod"/>
              </a:pPr>
              <a:r>
                <a:rPr lang="ko-KR" altLang="en-US" sz="1100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배터리 온도</a:t>
              </a:r>
              <a:endParaRPr lang="en-US" altLang="ko-KR" sz="1100" b="1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228600" indent="-228600" algn="just">
                <a:lnSpc>
                  <a:spcPct val="150000"/>
                </a:lnSpc>
                <a:buAutoNum type="arabicPeriod"/>
              </a:pPr>
              <a:r>
                <a:rPr lang="en-US" sz="1100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SOC</a:t>
              </a:r>
            </a:p>
            <a:p>
              <a:pPr marL="228600" indent="-228600" algn="just">
                <a:lnSpc>
                  <a:spcPct val="150000"/>
                </a:lnSpc>
                <a:buAutoNum type="arabicPeriod"/>
              </a:pPr>
              <a:r>
                <a:rPr lang="en-US" sz="1100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C-rate</a:t>
              </a:r>
            </a:p>
            <a:p>
              <a:pPr marL="228600" indent="-228600" algn="just">
                <a:lnSpc>
                  <a:spcPct val="150000"/>
                </a:lnSpc>
                <a:buAutoNum type="arabicPeriod"/>
              </a:pPr>
              <a:r>
                <a:rPr lang="en-US" sz="1100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Ah-throughput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8F7CC6F8-5B16-9717-DDA8-A958B10E83DA}"/>
                </a:ext>
              </a:extLst>
            </p:cNvPr>
            <p:cNvSpPr txBox="1"/>
            <p:nvPr/>
          </p:nvSpPr>
          <p:spPr>
            <a:xfrm>
              <a:off x="2707133" y="2538172"/>
              <a:ext cx="3424846" cy="1328978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bg1">
                  <a:lumMod val="75000"/>
                </a:schemeClr>
              </a:solidFill>
            </a:ln>
          </p:spPr>
          <p:txBody>
            <a:bodyPr wrap="square" rtlCol="0" anchor="ctr">
              <a:noAutofit/>
            </a:bodyPr>
            <a:lstStyle/>
            <a:p>
              <a:pPr algn="just">
                <a:lnSpc>
                  <a:spcPct val="150000"/>
                </a:lnSpc>
              </a:pPr>
              <a:endParaRPr lang="en-US" sz="1000" b="1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cxnSp>
          <p:nvCxnSpPr>
            <p:cNvPr id="20" name="직선 화살표 연결선 19">
              <a:extLst>
                <a:ext uri="{FF2B5EF4-FFF2-40B4-BE49-F238E27FC236}">
                  <a16:creationId xmlns:a16="http://schemas.microsoft.com/office/drawing/2014/main" id="{772BA13B-758A-2DBA-A025-294F1FC5DFFB}"/>
                </a:ext>
              </a:extLst>
            </p:cNvPr>
            <p:cNvCxnSpPr/>
            <p:nvPr/>
          </p:nvCxnSpPr>
          <p:spPr>
            <a:xfrm>
              <a:off x="3312159" y="4669257"/>
              <a:ext cx="0" cy="269965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34AE324D-7A11-1B98-A3FA-5BC5CD7F7989}"/>
                </a:ext>
              </a:extLst>
            </p:cNvPr>
            <p:cNvSpPr txBox="1"/>
            <p:nvPr/>
          </p:nvSpPr>
          <p:spPr>
            <a:xfrm>
              <a:off x="1121905" y="4289616"/>
              <a:ext cx="5010073" cy="990491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bg1">
                  <a:lumMod val="75000"/>
                </a:schemeClr>
              </a:solidFill>
              <a:prstDash val="sysDash"/>
            </a:ln>
          </p:spPr>
          <p:txBody>
            <a:bodyPr wrap="square" rtlCol="0" anchor="ctr">
              <a:noAutofit/>
            </a:bodyPr>
            <a:lstStyle/>
            <a:p>
              <a:pPr algn="just">
                <a:lnSpc>
                  <a:spcPct val="150000"/>
                </a:lnSpc>
              </a:pPr>
              <a:endParaRPr lang="en-US" sz="1000" b="1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graphicFrame>
          <p:nvGraphicFramePr>
            <p:cNvPr id="23" name="개체 22">
              <a:extLst>
                <a:ext uri="{FF2B5EF4-FFF2-40B4-BE49-F238E27FC236}">
                  <a16:creationId xmlns:a16="http://schemas.microsoft.com/office/drawing/2014/main" id="{83B4668D-A263-C8AD-48E1-0065F3620B9D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946692663"/>
                </p:ext>
              </p:extLst>
            </p:nvPr>
          </p:nvGraphicFramePr>
          <p:xfrm>
            <a:off x="2075106" y="4555682"/>
            <a:ext cx="1778000" cy="4445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1777680" imgH="444240" progId="Equation.DSMT4">
                    <p:embed/>
                  </p:oleObj>
                </mc:Choice>
                <mc:Fallback>
                  <p:oleObj name="Equation" r:id="rId2" imgW="1777680" imgH="444240" progId="Equation.DSMT4">
                    <p:embed/>
                    <p:pic>
                      <p:nvPicPr>
                        <p:cNvPr id="23" name="개체 22">
                          <a:extLst>
                            <a:ext uri="{FF2B5EF4-FFF2-40B4-BE49-F238E27FC236}">
                              <a16:creationId xmlns:a16="http://schemas.microsoft.com/office/drawing/2014/main" id="{83B4668D-A263-C8AD-48E1-0065F3620B9D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3"/>
                        <a:stretch>
                          <a:fillRect/>
                        </a:stretch>
                      </p:blipFill>
                      <p:spPr>
                        <a:xfrm>
                          <a:off x="2075106" y="4555682"/>
                          <a:ext cx="1778000" cy="4445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4" name="개체 23">
              <a:extLst>
                <a:ext uri="{FF2B5EF4-FFF2-40B4-BE49-F238E27FC236}">
                  <a16:creationId xmlns:a16="http://schemas.microsoft.com/office/drawing/2014/main" id="{B62195F8-1425-87B2-B935-3F8D46E5BD9D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919790101"/>
                </p:ext>
              </p:extLst>
            </p:nvPr>
          </p:nvGraphicFramePr>
          <p:xfrm>
            <a:off x="3495685" y="2754567"/>
            <a:ext cx="2470727" cy="45027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3288960" imgH="596880" progId="Equation.DSMT4">
                    <p:embed/>
                  </p:oleObj>
                </mc:Choice>
                <mc:Fallback>
                  <p:oleObj name="Equation" r:id="rId4" imgW="3288960" imgH="596880" progId="Equation.DSMT4">
                    <p:embed/>
                    <p:pic>
                      <p:nvPicPr>
                        <p:cNvPr id="24" name="개체 23">
                          <a:extLst>
                            <a:ext uri="{FF2B5EF4-FFF2-40B4-BE49-F238E27FC236}">
                              <a16:creationId xmlns:a16="http://schemas.microsoft.com/office/drawing/2014/main" id="{B62195F8-1425-87B2-B935-3F8D46E5BD9D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3495685" y="2754567"/>
                          <a:ext cx="2470727" cy="450273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5" name="개체 24">
              <a:extLst>
                <a:ext uri="{FF2B5EF4-FFF2-40B4-BE49-F238E27FC236}">
                  <a16:creationId xmlns:a16="http://schemas.microsoft.com/office/drawing/2014/main" id="{F6CA4D9C-E413-97F2-7888-84101E1513A7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716486592"/>
                </p:ext>
              </p:extLst>
            </p:nvPr>
          </p:nvGraphicFramePr>
          <p:xfrm>
            <a:off x="3495685" y="3346248"/>
            <a:ext cx="2328175" cy="41029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3098520" imgH="545760" progId="Equation.DSMT4">
                    <p:embed/>
                  </p:oleObj>
                </mc:Choice>
                <mc:Fallback>
                  <p:oleObj name="Equation" r:id="rId6" imgW="3098520" imgH="545760" progId="Equation.DSMT4">
                    <p:embed/>
                    <p:pic>
                      <p:nvPicPr>
                        <p:cNvPr id="25" name="개체 24">
                          <a:extLst>
                            <a:ext uri="{FF2B5EF4-FFF2-40B4-BE49-F238E27FC236}">
                              <a16:creationId xmlns:a16="http://schemas.microsoft.com/office/drawing/2014/main" id="{F6CA4D9C-E413-97F2-7888-84101E1513A7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7"/>
                        <a:stretch>
                          <a:fillRect/>
                        </a:stretch>
                      </p:blipFill>
                      <p:spPr>
                        <a:xfrm>
                          <a:off x="3495685" y="3346248"/>
                          <a:ext cx="2328175" cy="410294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33D8316E-4A3A-4F6C-C407-4A0427DFE422}"/>
                </a:ext>
              </a:extLst>
            </p:cNvPr>
            <p:cNvSpPr txBox="1"/>
            <p:nvPr/>
          </p:nvSpPr>
          <p:spPr>
            <a:xfrm>
              <a:off x="3807386" y="2574239"/>
              <a:ext cx="933269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100" b="1" dirty="0"/>
                <a:t>Battery EOL</a:t>
              </a:r>
              <a:endParaRPr lang="ko-KR" altLang="en-US" sz="1100" b="1" dirty="0"/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FCADF30A-3E3A-4344-C439-43BAD4A12E50}"/>
                </a:ext>
              </a:extLst>
            </p:cNvPr>
            <p:cNvSpPr txBox="1"/>
            <p:nvPr/>
          </p:nvSpPr>
          <p:spPr>
            <a:xfrm>
              <a:off x="2738010" y="2879975"/>
              <a:ext cx="657552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000" dirty="0"/>
                <a:t>Nominal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B4A2E91D-F784-5531-7668-425CD4AA536F}"/>
                </a:ext>
              </a:extLst>
            </p:cNvPr>
            <p:cNvSpPr txBox="1"/>
            <p:nvPr/>
          </p:nvSpPr>
          <p:spPr>
            <a:xfrm>
              <a:off x="2738010" y="3460361"/>
              <a:ext cx="723275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000" dirty="0"/>
                <a:t>현재 조건</a:t>
              </a:r>
              <a:endParaRPr lang="en-US" altLang="ko-KR" sz="1000" dirty="0"/>
            </a:p>
          </p:txBody>
        </p:sp>
        <p:cxnSp>
          <p:nvCxnSpPr>
            <p:cNvPr id="34" name="직선 화살표 연결선 33">
              <a:extLst>
                <a:ext uri="{FF2B5EF4-FFF2-40B4-BE49-F238E27FC236}">
                  <a16:creationId xmlns:a16="http://schemas.microsoft.com/office/drawing/2014/main" id="{B2E71F95-FA50-47F5-9677-CD493C4FD316}"/>
                </a:ext>
              </a:extLst>
            </p:cNvPr>
            <p:cNvCxnSpPr/>
            <p:nvPr/>
          </p:nvCxnSpPr>
          <p:spPr>
            <a:xfrm>
              <a:off x="3626941" y="3942643"/>
              <a:ext cx="0" cy="235527"/>
            </a:xfrm>
            <a:prstGeom prst="straightConnector1">
              <a:avLst/>
            </a:prstGeom>
            <a:ln>
              <a:solidFill>
                <a:schemeClr val="tx2">
                  <a:lumMod val="75000"/>
                  <a:lumOff val="2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5520F4AE-DED4-1797-9189-4A57DBE882F1}"/>
                </a:ext>
              </a:extLst>
            </p:cNvPr>
            <p:cNvSpPr txBox="1"/>
            <p:nvPr/>
          </p:nvSpPr>
          <p:spPr>
            <a:xfrm>
              <a:off x="3699739" y="3914373"/>
              <a:ext cx="938719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/>
                <a:t>Aging index</a:t>
              </a:r>
              <a:endParaRPr lang="ko-KR" altLang="en-US" sz="1200" dirty="0"/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33E0B415-808C-FA71-6F91-C27D8573BE00}"/>
                </a:ext>
              </a:extLst>
            </p:cNvPr>
            <p:cNvSpPr txBox="1"/>
            <p:nvPr/>
          </p:nvSpPr>
          <p:spPr>
            <a:xfrm>
              <a:off x="1181196" y="4538517"/>
              <a:ext cx="70884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200" dirty="0"/>
                <a:t>Severity</a:t>
              </a:r>
            </a:p>
            <a:p>
              <a:pPr algn="ctr"/>
              <a:r>
                <a:rPr lang="en-US" altLang="ko-KR" sz="1200" dirty="0"/>
                <a:t>factor</a:t>
              </a:r>
              <a:endParaRPr lang="ko-KR" altLang="en-US" sz="1200" dirty="0"/>
            </a:p>
          </p:txBody>
        </p:sp>
        <p:graphicFrame>
          <p:nvGraphicFramePr>
            <p:cNvPr id="37" name="개체 36">
              <a:extLst>
                <a:ext uri="{FF2B5EF4-FFF2-40B4-BE49-F238E27FC236}">
                  <a16:creationId xmlns:a16="http://schemas.microsoft.com/office/drawing/2014/main" id="{47462C64-B7CA-DA1C-6DCC-B9AE2CDDEF98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081752586"/>
                </p:ext>
              </p:extLst>
            </p:nvPr>
          </p:nvGraphicFramePr>
          <p:xfrm>
            <a:off x="4333003" y="4421536"/>
            <a:ext cx="355600" cy="1778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355320" imgH="177480" progId="Equation.DSMT4">
                    <p:embed/>
                  </p:oleObj>
                </mc:Choice>
                <mc:Fallback>
                  <p:oleObj name="Equation" r:id="rId8" imgW="355320" imgH="177480" progId="Equation.DSMT4">
                    <p:embed/>
                    <p:pic>
                      <p:nvPicPr>
                        <p:cNvPr id="37" name="개체 36">
                          <a:extLst>
                            <a:ext uri="{FF2B5EF4-FFF2-40B4-BE49-F238E27FC236}">
                              <a16:creationId xmlns:a16="http://schemas.microsoft.com/office/drawing/2014/main" id="{47462C64-B7CA-DA1C-6DCC-B9AE2CDDEF98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9"/>
                        <a:stretch>
                          <a:fillRect/>
                        </a:stretch>
                      </p:blipFill>
                      <p:spPr>
                        <a:xfrm>
                          <a:off x="4333003" y="4421536"/>
                          <a:ext cx="355600" cy="1778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8" name="개체 37">
              <a:extLst>
                <a:ext uri="{FF2B5EF4-FFF2-40B4-BE49-F238E27FC236}">
                  <a16:creationId xmlns:a16="http://schemas.microsoft.com/office/drawing/2014/main" id="{3F1FEE16-D8BF-7B59-ADA5-5B180A27EC3F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102527951"/>
                </p:ext>
              </p:extLst>
            </p:nvPr>
          </p:nvGraphicFramePr>
          <p:xfrm>
            <a:off x="4333082" y="4717711"/>
            <a:ext cx="355600" cy="1651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355320" imgH="164880" progId="Equation.DSMT4">
                    <p:embed/>
                  </p:oleObj>
                </mc:Choice>
                <mc:Fallback>
                  <p:oleObj name="Equation" r:id="rId10" imgW="355320" imgH="164880" progId="Equation.DSMT4">
                    <p:embed/>
                    <p:pic>
                      <p:nvPicPr>
                        <p:cNvPr id="38" name="개체 37">
                          <a:extLst>
                            <a:ext uri="{FF2B5EF4-FFF2-40B4-BE49-F238E27FC236}">
                              <a16:creationId xmlns:a16="http://schemas.microsoft.com/office/drawing/2014/main" id="{3F1FEE16-D8BF-7B59-ADA5-5B180A27EC3F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1"/>
                        <a:stretch>
                          <a:fillRect/>
                        </a:stretch>
                      </p:blipFill>
                      <p:spPr>
                        <a:xfrm>
                          <a:off x="4333082" y="4717711"/>
                          <a:ext cx="355600" cy="1651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9" name="개체 38">
              <a:extLst>
                <a:ext uri="{FF2B5EF4-FFF2-40B4-BE49-F238E27FC236}">
                  <a16:creationId xmlns:a16="http://schemas.microsoft.com/office/drawing/2014/main" id="{CC325F69-58D0-E874-B4A3-93271124CE70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76244511"/>
                </p:ext>
              </p:extLst>
            </p:nvPr>
          </p:nvGraphicFramePr>
          <p:xfrm>
            <a:off x="4333082" y="5010446"/>
            <a:ext cx="355600" cy="1778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2" imgW="355320" imgH="177480" progId="Equation.DSMT4">
                    <p:embed/>
                  </p:oleObj>
                </mc:Choice>
                <mc:Fallback>
                  <p:oleObj name="Equation" r:id="rId12" imgW="355320" imgH="177480" progId="Equation.DSMT4">
                    <p:embed/>
                    <p:pic>
                      <p:nvPicPr>
                        <p:cNvPr id="39" name="개체 38">
                          <a:extLst>
                            <a:ext uri="{FF2B5EF4-FFF2-40B4-BE49-F238E27FC236}">
                              <a16:creationId xmlns:a16="http://schemas.microsoft.com/office/drawing/2014/main" id="{CC325F69-58D0-E874-B4A3-93271124CE70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3"/>
                        <a:stretch>
                          <a:fillRect/>
                        </a:stretch>
                      </p:blipFill>
                      <p:spPr>
                        <a:xfrm>
                          <a:off x="4333082" y="5010446"/>
                          <a:ext cx="355600" cy="1778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373F28B4-0A69-FB2A-6825-3E6E57ECD5C9}"/>
                </a:ext>
              </a:extLst>
            </p:cNvPr>
            <p:cNvSpPr txBox="1"/>
            <p:nvPr/>
          </p:nvSpPr>
          <p:spPr>
            <a:xfrm>
              <a:off x="4967652" y="4386813"/>
              <a:ext cx="777777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100" dirty="0">
                  <a:solidFill>
                    <a:srgbClr val="FF0000"/>
                  </a:solidFill>
                </a:rPr>
                <a:t>노화 가속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C010A2DE-9ADF-E4A6-0893-744A29C16983}"/>
                </a:ext>
              </a:extLst>
            </p:cNvPr>
            <p:cNvSpPr txBox="1"/>
            <p:nvPr/>
          </p:nvSpPr>
          <p:spPr>
            <a:xfrm>
              <a:off x="4963549" y="4675910"/>
              <a:ext cx="987771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100" dirty="0"/>
                <a:t>Nominal EOL</a:t>
              </a:r>
              <a:endParaRPr lang="ko-KR" altLang="en-US" sz="1100" dirty="0"/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544DCA58-9F8B-F91B-94ED-BBB704134670}"/>
                </a:ext>
              </a:extLst>
            </p:cNvPr>
            <p:cNvSpPr txBox="1"/>
            <p:nvPr/>
          </p:nvSpPr>
          <p:spPr>
            <a:xfrm>
              <a:off x="5192620" y="1985158"/>
              <a:ext cx="1019831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000" dirty="0"/>
                <a:t>EOL: End of life</a:t>
              </a:r>
              <a:endParaRPr lang="ko-KR" altLang="en-US" sz="1000" dirty="0"/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1FF48D6F-6931-5CED-90D1-D72756CB407D}"/>
                </a:ext>
              </a:extLst>
            </p:cNvPr>
            <p:cNvSpPr txBox="1"/>
            <p:nvPr/>
          </p:nvSpPr>
          <p:spPr>
            <a:xfrm>
              <a:off x="4967652" y="4983781"/>
              <a:ext cx="777777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100" dirty="0">
                  <a:solidFill>
                    <a:srgbClr val="0432FF"/>
                  </a:solidFill>
                </a:rPr>
                <a:t>노화 감소</a:t>
              </a:r>
            </a:p>
          </p:txBody>
        </p:sp>
        <p:pic>
          <p:nvPicPr>
            <p:cNvPr id="44" name="Picture 4" descr="ê´ë ¨ ì´ë¯¸ì§">
              <a:extLst>
                <a:ext uri="{FF2B5EF4-FFF2-40B4-BE49-F238E27FC236}">
                  <a16:creationId xmlns:a16="http://schemas.microsoft.com/office/drawing/2014/main" id="{32D0BE42-7794-D875-6A29-2950A9F8D90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>
              <a:extLst>
                <a:ext uri="{BEBA8EAE-BF5A-486C-A8C5-ECC9F3942E4B}">
                  <a14:imgProps xmlns:a14="http://schemas.microsoft.com/office/drawing/2010/main">
                    <a14:imgLayer r:embed="rId15">
                      <a14:imgEffect>
                        <a14:saturation sat="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6200000">
              <a:off x="4971808" y="3386451"/>
              <a:ext cx="3140425" cy="79277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5" name="Rectangle: Rounded Corners 1038">
              <a:extLst>
                <a:ext uri="{FF2B5EF4-FFF2-40B4-BE49-F238E27FC236}">
                  <a16:creationId xmlns:a16="http://schemas.microsoft.com/office/drawing/2014/main" id="{98A5F9CE-87BE-FE51-D4DD-2826DF3C60FA}"/>
                </a:ext>
              </a:extLst>
            </p:cNvPr>
            <p:cNvSpPr/>
            <p:nvPr/>
          </p:nvSpPr>
          <p:spPr>
            <a:xfrm>
              <a:off x="4034715" y="2928938"/>
              <a:ext cx="242010" cy="150212"/>
            </a:xfrm>
            <a:prstGeom prst="roundRect">
              <a:avLst/>
            </a:prstGeom>
            <a:solidFill>
              <a:srgbClr val="FF0000">
                <a:alpha val="3000"/>
              </a:srgbClr>
            </a:solidFill>
            <a:ln w="3175">
              <a:solidFill>
                <a:srgbClr val="FF0000"/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sz="1000" dirty="0">
                <a:solidFill>
                  <a:schemeClr val="tx1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  <p:sp>
          <p:nvSpPr>
            <p:cNvPr id="46" name="Rectangle: Rounded Corners 1038">
              <a:extLst>
                <a:ext uri="{FF2B5EF4-FFF2-40B4-BE49-F238E27FC236}">
                  <a16:creationId xmlns:a16="http://schemas.microsoft.com/office/drawing/2014/main" id="{784E4307-A9EC-1996-3373-EE998F6DBD37}"/>
                </a:ext>
              </a:extLst>
            </p:cNvPr>
            <p:cNvSpPr/>
            <p:nvPr/>
          </p:nvSpPr>
          <p:spPr>
            <a:xfrm>
              <a:off x="5503419" y="2852873"/>
              <a:ext cx="242010" cy="150212"/>
            </a:xfrm>
            <a:prstGeom prst="roundRect">
              <a:avLst/>
            </a:prstGeom>
            <a:solidFill>
              <a:srgbClr val="FF0000">
                <a:alpha val="3000"/>
              </a:srgbClr>
            </a:solidFill>
            <a:ln w="3175">
              <a:solidFill>
                <a:srgbClr val="FF0000"/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sz="1000" dirty="0">
                <a:solidFill>
                  <a:schemeClr val="tx1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  <p:sp>
          <p:nvSpPr>
            <p:cNvPr id="47" name="Rectangle: Rounded Corners 1038">
              <a:extLst>
                <a:ext uri="{FF2B5EF4-FFF2-40B4-BE49-F238E27FC236}">
                  <a16:creationId xmlns:a16="http://schemas.microsoft.com/office/drawing/2014/main" id="{34C3C371-DA4A-7FF6-C62C-329B2C7C0406}"/>
                </a:ext>
              </a:extLst>
            </p:cNvPr>
            <p:cNvSpPr/>
            <p:nvPr/>
          </p:nvSpPr>
          <p:spPr>
            <a:xfrm>
              <a:off x="5215424" y="3034592"/>
              <a:ext cx="213826" cy="150212"/>
            </a:xfrm>
            <a:prstGeom prst="roundRect">
              <a:avLst/>
            </a:prstGeom>
            <a:solidFill>
              <a:srgbClr val="FF0000">
                <a:alpha val="3000"/>
              </a:srgbClr>
            </a:solidFill>
            <a:ln w="3175">
              <a:solidFill>
                <a:srgbClr val="FF0000"/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sz="1000" dirty="0">
                <a:solidFill>
                  <a:schemeClr val="tx1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</p:grpSp>
      <p:sp>
        <p:nvSpPr>
          <p:cNvPr id="48" name="모서리가 둥근 직사각형 145">
            <a:extLst>
              <a:ext uri="{FF2B5EF4-FFF2-40B4-BE49-F238E27FC236}">
                <a16:creationId xmlns:a16="http://schemas.microsoft.com/office/drawing/2014/main" id="{400138DB-3E10-16D2-660C-717474D9001C}"/>
              </a:ext>
            </a:extLst>
          </p:cNvPr>
          <p:cNvSpPr/>
          <p:nvPr/>
        </p:nvSpPr>
        <p:spPr>
          <a:xfrm>
            <a:off x="7540714" y="2296727"/>
            <a:ext cx="3135144" cy="261597"/>
          </a:xfrm>
          <a:prstGeom prst="roundRect">
            <a:avLst>
              <a:gd name="adj" fmla="val 1142"/>
            </a:avLst>
          </a:prstGeom>
          <a:solidFill>
            <a:schemeClr val="tx2">
              <a:lumMod val="10000"/>
              <a:lumOff val="90000"/>
            </a:schemeClr>
          </a:solidFill>
          <a:ln w="9525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/>
            <a:r>
              <a:rPr lang="ko-KR" altLang="en-US" sz="12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에너지 최적 제어 전략</a:t>
            </a:r>
            <a:endParaRPr lang="en-US" altLang="ko-KR" sz="1200" b="1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C92BA8B-864F-027C-495B-947A91E4099F}"/>
              </a:ext>
            </a:extLst>
          </p:cNvPr>
          <p:cNvSpPr txBox="1"/>
          <p:nvPr/>
        </p:nvSpPr>
        <p:spPr>
          <a:xfrm>
            <a:off x="7549206" y="2590089"/>
            <a:ext cx="3135144" cy="3043479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75000"/>
              </a:schemeClr>
            </a:solidFill>
            <a:prstDash val="sysDash"/>
          </a:ln>
        </p:spPr>
        <p:txBody>
          <a:bodyPr wrap="square" rtlCol="0" anchor="ctr">
            <a:noAutofit/>
          </a:bodyPr>
          <a:lstStyle>
            <a:defPPr>
              <a:defRPr lang="en-KR"/>
            </a:defPPr>
            <a:lvl1pPr algn="just">
              <a:lnSpc>
                <a:spcPct val="150000"/>
              </a:lnSpc>
              <a:defRPr sz="1000" b="1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en-US" dirty="0"/>
          </a:p>
        </p:txBody>
      </p:sp>
      <p:grpSp>
        <p:nvGrpSpPr>
          <p:cNvPr id="79" name="그룹 78">
            <a:extLst>
              <a:ext uri="{FF2B5EF4-FFF2-40B4-BE49-F238E27FC236}">
                <a16:creationId xmlns:a16="http://schemas.microsoft.com/office/drawing/2014/main" id="{DE99DF79-ED69-D50D-B9C6-1A5891797A3E}"/>
              </a:ext>
            </a:extLst>
          </p:cNvPr>
          <p:cNvGrpSpPr/>
          <p:nvPr/>
        </p:nvGrpSpPr>
        <p:grpSpPr>
          <a:xfrm>
            <a:off x="7702742" y="2648056"/>
            <a:ext cx="2811087" cy="803709"/>
            <a:chOff x="7776808" y="2798472"/>
            <a:chExt cx="2811087" cy="803709"/>
          </a:xfrm>
        </p:grpSpPr>
        <p:grpSp>
          <p:nvGrpSpPr>
            <p:cNvPr id="62" name="그룹 61">
              <a:extLst>
                <a:ext uri="{FF2B5EF4-FFF2-40B4-BE49-F238E27FC236}">
                  <a16:creationId xmlns:a16="http://schemas.microsoft.com/office/drawing/2014/main" id="{023C885C-286D-D654-8F9A-BFCC1CC9B9C9}"/>
                </a:ext>
              </a:extLst>
            </p:cNvPr>
            <p:cNvGrpSpPr/>
            <p:nvPr/>
          </p:nvGrpSpPr>
          <p:grpSpPr>
            <a:xfrm>
              <a:off x="7776808" y="2830767"/>
              <a:ext cx="2811087" cy="771414"/>
              <a:chOff x="7633899" y="3744807"/>
              <a:chExt cx="2811087" cy="771414"/>
            </a:xfrm>
          </p:grpSpPr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1A2B1FBA-EF84-9E5E-B65F-BE4C67610313}"/>
                  </a:ext>
                </a:extLst>
              </p:cNvPr>
              <p:cNvSpPr txBox="1"/>
              <p:nvPr/>
            </p:nvSpPr>
            <p:spPr>
              <a:xfrm>
                <a:off x="7633899" y="3744807"/>
                <a:ext cx="2811087" cy="771414"/>
              </a:xfrm>
              <a:prstGeom prst="rect">
                <a:avLst/>
              </a:prstGeom>
              <a:solidFill>
                <a:schemeClr val="bg1"/>
              </a:solidFill>
              <a:ln w="6350">
                <a:solidFill>
                  <a:schemeClr val="bg1">
                    <a:lumMod val="75000"/>
                  </a:schemeClr>
                </a:solidFill>
              </a:ln>
            </p:spPr>
            <p:txBody>
              <a:bodyPr wrap="square" rtlCol="0" anchor="ctr">
                <a:noAutofit/>
              </a:bodyPr>
              <a:lstStyle/>
              <a:p>
                <a:pPr algn="just">
                  <a:lnSpc>
                    <a:spcPct val="150000"/>
                  </a:lnSpc>
                </a:pPr>
                <a:endParaRPr lang="en-US" sz="1000" b="1" dirty="0"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graphicFrame>
            <p:nvGraphicFramePr>
              <p:cNvPr id="51" name="개체 50">
                <a:extLst>
                  <a:ext uri="{FF2B5EF4-FFF2-40B4-BE49-F238E27FC236}">
                    <a16:creationId xmlns:a16="http://schemas.microsoft.com/office/drawing/2014/main" id="{4FC14F72-72BE-C84A-C38A-AD4E60E889AD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4105450942"/>
                  </p:ext>
                </p:extLst>
              </p:nvPr>
            </p:nvGraphicFramePr>
            <p:xfrm>
              <a:off x="7676626" y="4006628"/>
              <a:ext cx="2710180" cy="46101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6" imgW="2463480" imgH="419040" progId="Equation.DSMT4">
                      <p:embed/>
                    </p:oleObj>
                  </mc:Choice>
                  <mc:Fallback>
                    <p:oleObj name="Equation" r:id="rId16" imgW="2463480" imgH="419040" progId="Equation.DSMT4">
                      <p:embed/>
                      <p:pic>
                        <p:nvPicPr>
                          <p:cNvPr id="51" name="개체 50">
                            <a:extLst>
                              <a:ext uri="{FF2B5EF4-FFF2-40B4-BE49-F238E27FC236}">
                                <a16:creationId xmlns:a16="http://schemas.microsoft.com/office/drawing/2014/main" id="{4FC14F72-72BE-C84A-C38A-AD4E60E889AD}"/>
                              </a:ext>
                            </a:extLst>
                          </p:cNvPr>
                          <p:cNvPicPr/>
                          <p:nvPr/>
                        </p:nvPicPr>
                        <p:blipFill>
                          <a:blip r:embed="rId17"/>
                          <a:stretch>
                            <a:fillRect/>
                          </a:stretch>
                        </p:blipFill>
                        <p:spPr>
                          <a:xfrm>
                            <a:off x="7676626" y="4006628"/>
                            <a:ext cx="2710180" cy="46101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7CCBFEC0-05BF-F7AC-1A87-6E104695CD07}"/>
                </a:ext>
              </a:extLst>
            </p:cNvPr>
            <p:cNvSpPr txBox="1"/>
            <p:nvPr/>
          </p:nvSpPr>
          <p:spPr>
            <a:xfrm>
              <a:off x="8592611" y="2798472"/>
              <a:ext cx="1162499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sz="1200" b="1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비용함수 정의</a:t>
              </a:r>
              <a:endParaRPr lang="en-US" altLang="ko-KR" sz="12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75" name="그룹 74">
            <a:extLst>
              <a:ext uri="{FF2B5EF4-FFF2-40B4-BE49-F238E27FC236}">
                <a16:creationId xmlns:a16="http://schemas.microsoft.com/office/drawing/2014/main" id="{E70CFBC1-0E4F-967B-8662-E5FB9B024779}"/>
              </a:ext>
            </a:extLst>
          </p:cNvPr>
          <p:cNvGrpSpPr/>
          <p:nvPr/>
        </p:nvGrpSpPr>
        <p:grpSpPr>
          <a:xfrm>
            <a:off x="8083775" y="4601564"/>
            <a:ext cx="2112013" cy="462677"/>
            <a:chOff x="8157841" y="4069039"/>
            <a:chExt cx="2112013" cy="462677"/>
          </a:xfrm>
        </p:grpSpPr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B222ABB0-077E-2F7A-098A-FBADDAA438C8}"/>
                </a:ext>
              </a:extLst>
            </p:cNvPr>
            <p:cNvSpPr txBox="1"/>
            <p:nvPr/>
          </p:nvSpPr>
          <p:spPr>
            <a:xfrm>
              <a:off x="8157841" y="4069039"/>
              <a:ext cx="2112013" cy="462677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bg1">
                  <a:lumMod val="75000"/>
                </a:schemeClr>
              </a:solidFill>
            </a:ln>
          </p:spPr>
          <p:txBody>
            <a:bodyPr wrap="square" rtlCol="0" anchor="ctr">
              <a:noAutofit/>
            </a:bodyPr>
            <a:lstStyle/>
            <a:p>
              <a:pPr algn="just">
                <a:lnSpc>
                  <a:spcPct val="150000"/>
                </a:lnSpc>
              </a:pPr>
              <a:endParaRPr lang="en-US" sz="1000" b="1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1533E032-A049-20C9-9D64-A5D1C65B0295}"/>
                </a:ext>
              </a:extLst>
            </p:cNvPr>
            <p:cNvSpPr txBox="1"/>
            <p:nvPr/>
          </p:nvSpPr>
          <p:spPr>
            <a:xfrm>
              <a:off x="8385976" y="4160175"/>
              <a:ext cx="160973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200" b="1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PMP </a:t>
              </a:r>
              <a:r>
                <a:rPr lang="ko-KR" altLang="en-US" sz="1200" b="1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기반 최적 제</a:t>
              </a:r>
              <a:r>
                <a:rPr lang="ko-KR" altLang="en-US" sz="1200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어</a:t>
              </a:r>
              <a:endParaRPr lang="en-US" altLang="ko-KR" sz="12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76" name="그룹 75">
            <a:extLst>
              <a:ext uri="{FF2B5EF4-FFF2-40B4-BE49-F238E27FC236}">
                <a16:creationId xmlns:a16="http://schemas.microsoft.com/office/drawing/2014/main" id="{E72F9705-9A28-66F1-B354-3A5F9D6288E5}"/>
              </a:ext>
            </a:extLst>
          </p:cNvPr>
          <p:cNvGrpSpPr/>
          <p:nvPr/>
        </p:nvGrpSpPr>
        <p:grpSpPr>
          <a:xfrm>
            <a:off x="8083777" y="3703162"/>
            <a:ext cx="2112012" cy="658974"/>
            <a:chOff x="7940929" y="4069039"/>
            <a:chExt cx="2555534" cy="724871"/>
          </a:xfrm>
        </p:grpSpPr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6CE26710-4C76-49C0-535C-4DD3D8F957A3}"/>
                </a:ext>
              </a:extLst>
            </p:cNvPr>
            <p:cNvSpPr txBox="1"/>
            <p:nvPr/>
          </p:nvSpPr>
          <p:spPr>
            <a:xfrm>
              <a:off x="7940929" y="4069039"/>
              <a:ext cx="2555534" cy="724871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bg1">
                  <a:lumMod val="75000"/>
                </a:schemeClr>
              </a:solidFill>
            </a:ln>
          </p:spPr>
          <p:txBody>
            <a:bodyPr wrap="square" rtlCol="0" anchor="ctr">
              <a:noAutofit/>
            </a:bodyPr>
            <a:lstStyle/>
            <a:p>
              <a:pPr algn="just">
                <a:lnSpc>
                  <a:spcPct val="150000"/>
                </a:lnSpc>
              </a:pPr>
              <a:endParaRPr lang="en-US" sz="1000" b="1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BB6438FD-20CF-1D43-09A7-5A8DA7DA3EC2}"/>
                </a:ext>
              </a:extLst>
            </p:cNvPr>
            <p:cNvSpPr txBox="1"/>
            <p:nvPr/>
          </p:nvSpPr>
          <p:spPr>
            <a:xfrm>
              <a:off x="8244345" y="4179456"/>
              <a:ext cx="1948419" cy="5078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Optimal control </a:t>
              </a:r>
              <a:r>
                <a:rPr lang="ko-KR" altLang="en-US" sz="1200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문제 정의</a:t>
              </a:r>
              <a:endParaRPr lang="en-US" altLang="ko-KR" sz="12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cxnSp>
        <p:nvCxnSpPr>
          <p:cNvPr id="80" name="직선 화살표 연결선 79">
            <a:extLst>
              <a:ext uri="{FF2B5EF4-FFF2-40B4-BE49-F238E27FC236}">
                <a16:creationId xmlns:a16="http://schemas.microsoft.com/office/drawing/2014/main" id="{907B62ED-B777-5A22-D945-7525B8414184}"/>
              </a:ext>
            </a:extLst>
          </p:cNvPr>
          <p:cNvCxnSpPr>
            <a:cxnSpLocks/>
          </p:cNvCxnSpPr>
          <p:nvPr/>
        </p:nvCxnSpPr>
        <p:spPr>
          <a:xfrm>
            <a:off x="9139784" y="4366671"/>
            <a:ext cx="4847" cy="21604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직선 화살표 연결선 80">
            <a:extLst>
              <a:ext uri="{FF2B5EF4-FFF2-40B4-BE49-F238E27FC236}">
                <a16:creationId xmlns:a16="http://schemas.microsoft.com/office/drawing/2014/main" id="{EF390A53-138B-7913-D899-7218BE1B8500}"/>
              </a:ext>
            </a:extLst>
          </p:cNvPr>
          <p:cNvCxnSpPr>
            <a:cxnSpLocks/>
          </p:cNvCxnSpPr>
          <p:nvPr/>
        </p:nvCxnSpPr>
        <p:spPr>
          <a:xfrm>
            <a:off x="9139784" y="3467420"/>
            <a:ext cx="4847" cy="21604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직선 화살표 연결선 81">
            <a:extLst>
              <a:ext uri="{FF2B5EF4-FFF2-40B4-BE49-F238E27FC236}">
                <a16:creationId xmlns:a16="http://schemas.microsoft.com/office/drawing/2014/main" id="{6DBC2F54-212D-765C-CA95-A185BD9D83C3}"/>
              </a:ext>
            </a:extLst>
          </p:cNvPr>
          <p:cNvCxnSpPr>
            <a:cxnSpLocks/>
          </p:cNvCxnSpPr>
          <p:nvPr/>
        </p:nvCxnSpPr>
        <p:spPr>
          <a:xfrm>
            <a:off x="9139666" y="5084554"/>
            <a:ext cx="4847" cy="21604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TextBox 82">
            <a:extLst>
              <a:ext uri="{FF2B5EF4-FFF2-40B4-BE49-F238E27FC236}">
                <a16:creationId xmlns:a16="http://schemas.microsoft.com/office/drawing/2014/main" id="{238B54FC-3020-3A2C-C9B6-51B6C3202C4D}"/>
              </a:ext>
            </a:extLst>
          </p:cNvPr>
          <p:cNvSpPr txBox="1"/>
          <p:nvPr/>
        </p:nvSpPr>
        <p:spPr>
          <a:xfrm>
            <a:off x="8376527" y="5642747"/>
            <a:ext cx="233108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PMP:</a:t>
            </a:r>
            <a:r>
              <a:rPr lang="en-US" altLang="ko-KR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Pontryagin</a:t>
            </a:r>
            <a:r>
              <a:rPr lang="en-US" altLang="ko-KR" sz="10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’s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minmum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principle</a:t>
            </a:r>
            <a:endParaRPr lang="ko-KR" altLang="en-US" sz="1000" dirty="0"/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E708FD46-001F-0CD4-1984-9A5EA2DABEFC}"/>
              </a:ext>
            </a:extLst>
          </p:cNvPr>
          <p:cNvSpPr txBox="1"/>
          <p:nvPr/>
        </p:nvSpPr>
        <p:spPr>
          <a:xfrm>
            <a:off x="8620302" y="5341451"/>
            <a:ext cx="103105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b="1" dirty="0"/>
              <a:t>최적 제어 입력</a:t>
            </a:r>
          </a:p>
        </p:txBody>
      </p:sp>
    </p:spTree>
    <p:extLst>
      <p:ext uri="{BB962C8B-B14F-4D97-AF65-F5344CB8AC3E}">
        <p14:creationId xmlns:p14="http://schemas.microsoft.com/office/powerpoint/2010/main" val="2283305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4E062B6-3DF8-9843-53DC-9B6AAED918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1071" y="530792"/>
            <a:ext cx="11319127" cy="595284"/>
          </a:xfrm>
        </p:spPr>
        <p:txBody>
          <a:bodyPr/>
          <a:lstStyle/>
          <a:p>
            <a:r>
              <a:rPr lang="ko-KR" altLang="en-US" b="1" dirty="0"/>
              <a:t>배터리 열화 모델 기반 에너지 관리 제어 전략 </a:t>
            </a:r>
            <a:r>
              <a:rPr lang="en-US" altLang="ko-KR" b="1" dirty="0"/>
              <a:t>[1]</a:t>
            </a:r>
            <a:endParaRPr lang="ko-KR" altLang="en-US" b="1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C772709-6B95-4AF2-E1D7-35059EE79EA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41323" y="1137464"/>
            <a:ext cx="11318875" cy="5189744"/>
          </a:xfrm>
        </p:spPr>
        <p:txBody>
          <a:bodyPr/>
          <a:lstStyle/>
          <a:p>
            <a:r>
              <a:rPr lang="ko-KR" altLang="en-US" b="1" dirty="0"/>
              <a:t>시뮬레이션 결과</a:t>
            </a:r>
            <a:endParaRPr lang="en-US" altLang="ko-KR" b="1" dirty="0"/>
          </a:p>
          <a:p>
            <a:pPr lvl="1"/>
            <a:r>
              <a:rPr lang="en-US" altLang="ko-KR" b="1" dirty="0"/>
              <a:t>Short-term</a:t>
            </a:r>
            <a:r>
              <a:rPr lang="en-US" altLang="ko-KR" dirty="0"/>
              <a:t> &amp; </a:t>
            </a:r>
            <a:r>
              <a:rPr lang="en-US" altLang="ko-KR" b="1" dirty="0"/>
              <a:t>Long-term</a:t>
            </a:r>
            <a:r>
              <a:rPr lang="en-US" altLang="ko-KR" dirty="0"/>
              <a:t> </a:t>
            </a:r>
            <a:r>
              <a:rPr lang="ko-KR" altLang="en-US" dirty="0"/>
              <a:t>시뮬레이션 결과</a:t>
            </a:r>
            <a:endParaRPr lang="en-US" altLang="ko-KR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B6CC68E-4639-B857-AEC4-CCCFF7C5E569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9BD6DDC0-F02B-0249-8F31-065B2676544E}" type="slidenum">
              <a:rPr lang="en-KR" smtClean="0"/>
              <a:pPr/>
              <a:t>4</a:t>
            </a:fld>
            <a:endParaRPr lang="en-KR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925DC3B3-ECD0-84A2-7369-08F73063B5E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5164" y="127002"/>
            <a:ext cx="11470605" cy="273100"/>
          </a:xfrm>
        </p:spPr>
        <p:txBody>
          <a:bodyPr/>
          <a:lstStyle/>
          <a:p>
            <a:r>
              <a:rPr lang="en-US" altLang="ko-KR" sz="1600" b="1" dirty="0"/>
              <a:t>1. </a:t>
            </a:r>
            <a:r>
              <a:rPr lang="ko-KR" altLang="en-US" sz="1600" b="1" dirty="0"/>
              <a:t>선행 연구</a:t>
            </a:r>
            <a:endParaRPr lang="en-US" altLang="ko-KR" sz="1600" b="1" dirty="0"/>
          </a:p>
        </p:txBody>
      </p: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E9B41CA9-AB1D-9BE1-5E44-9D7A6A37411C}"/>
              </a:ext>
            </a:extLst>
          </p:cNvPr>
          <p:cNvGrpSpPr/>
          <p:nvPr/>
        </p:nvGrpSpPr>
        <p:grpSpPr>
          <a:xfrm>
            <a:off x="1660582" y="2099713"/>
            <a:ext cx="3715700" cy="3452317"/>
            <a:chOff x="1185340" y="2266979"/>
            <a:chExt cx="4087270" cy="3797552"/>
          </a:xfrm>
        </p:grpSpPr>
        <p:grpSp>
          <p:nvGrpSpPr>
            <p:cNvPr id="16" name="그룹 15">
              <a:extLst>
                <a:ext uri="{FF2B5EF4-FFF2-40B4-BE49-F238E27FC236}">
                  <a16:creationId xmlns:a16="http://schemas.microsoft.com/office/drawing/2014/main" id="{9879DA2A-BB66-AADE-BDEC-9541A2A50773}"/>
                </a:ext>
              </a:extLst>
            </p:cNvPr>
            <p:cNvGrpSpPr/>
            <p:nvPr/>
          </p:nvGrpSpPr>
          <p:grpSpPr>
            <a:xfrm>
              <a:off x="1185340" y="2266979"/>
              <a:ext cx="4087270" cy="3797552"/>
              <a:chOff x="4052365" y="2315016"/>
              <a:chExt cx="4087270" cy="3711696"/>
            </a:xfrm>
          </p:grpSpPr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0444EB30-B5E0-6E08-8B03-56818D55ED74}"/>
                  </a:ext>
                </a:extLst>
              </p:cNvPr>
              <p:cNvSpPr txBox="1"/>
              <p:nvPr/>
            </p:nvSpPr>
            <p:spPr>
              <a:xfrm>
                <a:off x="4052365" y="2649528"/>
                <a:ext cx="4087270" cy="3377184"/>
              </a:xfrm>
              <a:prstGeom prst="rect">
                <a:avLst/>
              </a:prstGeom>
              <a:solidFill>
                <a:schemeClr val="bg1"/>
              </a:solidFill>
              <a:ln w="6350">
                <a:solidFill>
                  <a:schemeClr val="bg1">
                    <a:lumMod val="75000"/>
                  </a:schemeClr>
                </a:solidFill>
              </a:ln>
            </p:spPr>
            <p:txBody>
              <a:bodyPr wrap="square" rtlCol="0" anchor="ctr">
                <a:noAutofit/>
              </a:bodyPr>
              <a:lstStyle/>
              <a:p>
                <a:pPr algn="just">
                  <a:lnSpc>
                    <a:spcPct val="150000"/>
                  </a:lnSpc>
                </a:pPr>
                <a:endParaRPr lang="en-US" sz="1000" b="1" dirty="0"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FCF92846-F270-7FA4-512F-D8E7DD232A59}"/>
                  </a:ext>
                </a:extLst>
              </p:cNvPr>
              <p:cNvSpPr txBox="1"/>
              <p:nvPr/>
            </p:nvSpPr>
            <p:spPr>
              <a:xfrm>
                <a:off x="5621961" y="2315016"/>
                <a:ext cx="1185504" cy="33090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1400" b="1" dirty="0"/>
                  <a:t>Short-term</a:t>
                </a:r>
                <a:endParaRPr lang="ko-KR" altLang="en-US" sz="1400" b="1" dirty="0"/>
              </a:p>
            </p:txBody>
          </p:sp>
        </p:grpSp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8C6DE48D-5296-287E-B171-98725A74ECF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291779" y="2677441"/>
              <a:ext cx="3874392" cy="3312456"/>
            </a:xfrm>
            <a:prstGeom prst="rect">
              <a:avLst/>
            </a:prstGeom>
          </p:spPr>
        </p:pic>
      </p:grp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535B8597-949A-B435-D708-22A26A0316E9}"/>
              </a:ext>
            </a:extLst>
          </p:cNvPr>
          <p:cNvGrpSpPr/>
          <p:nvPr/>
        </p:nvGrpSpPr>
        <p:grpSpPr>
          <a:xfrm>
            <a:off x="6430547" y="2099713"/>
            <a:ext cx="3715700" cy="3452317"/>
            <a:chOff x="4407502" y="1985579"/>
            <a:chExt cx="4087270" cy="3797552"/>
          </a:xfrm>
        </p:grpSpPr>
        <p:grpSp>
          <p:nvGrpSpPr>
            <p:cNvPr id="21" name="그룹 20">
              <a:extLst>
                <a:ext uri="{FF2B5EF4-FFF2-40B4-BE49-F238E27FC236}">
                  <a16:creationId xmlns:a16="http://schemas.microsoft.com/office/drawing/2014/main" id="{2B3540DD-8C03-3BF6-4EC0-D58A38E36166}"/>
                </a:ext>
              </a:extLst>
            </p:cNvPr>
            <p:cNvGrpSpPr/>
            <p:nvPr/>
          </p:nvGrpSpPr>
          <p:grpSpPr>
            <a:xfrm>
              <a:off x="4407502" y="1985579"/>
              <a:ext cx="4087270" cy="3797552"/>
              <a:chOff x="4052365" y="2315016"/>
              <a:chExt cx="4087270" cy="3711696"/>
            </a:xfrm>
          </p:grpSpPr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6B58D4E8-9EE1-648F-2F40-7D81D1A2624C}"/>
                  </a:ext>
                </a:extLst>
              </p:cNvPr>
              <p:cNvSpPr txBox="1"/>
              <p:nvPr/>
            </p:nvSpPr>
            <p:spPr>
              <a:xfrm>
                <a:off x="4052365" y="2649528"/>
                <a:ext cx="4087270" cy="3377184"/>
              </a:xfrm>
              <a:prstGeom prst="rect">
                <a:avLst/>
              </a:prstGeom>
              <a:solidFill>
                <a:schemeClr val="bg1"/>
              </a:solidFill>
              <a:ln w="6350">
                <a:solidFill>
                  <a:schemeClr val="bg1">
                    <a:lumMod val="75000"/>
                  </a:schemeClr>
                </a:solidFill>
              </a:ln>
            </p:spPr>
            <p:txBody>
              <a:bodyPr wrap="square" rtlCol="0" anchor="ctr">
                <a:noAutofit/>
              </a:bodyPr>
              <a:lstStyle/>
              <a:p>
                <a:pPr algn="just">
                  <a:lnSpc>
                    <a:spcPct val="150000"/>
                  </a:lnSpc>
                </a:pPr>
                <a:endParaRPr lang="en-US" sz="1000" b="1" dirty="0"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AB37791B-1BA8-09EE-C3D7-638A98AADB72}"/>
                  </a:ext>
                </a:extLst>
              </p:cNvPr>
              <p:cNvSpPr txBox="1"/>
              <p:nvPr/>
            </p:nvSpPr>
            <p:spPr>
              <a:xfrm>
                <a:off x="5621960" y="2315016"/>
                <a:ext cx="1127457" cy="33090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1400" b="1" dirty="0"/>
                  <a:t>Long-term</a:t>
                </a:r>
                <a:endParaRPr lang="ko-KR" altLang="en-US" sz="1400" b="1" dirty="0"/>
              </a:p>
            </p:txBody>
          </p:sp>
        </p:grpSp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id="{6B11F732-81CB-3EE7-C2B6-79A05C9F6A5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582202" y="2363421"/>
              <a:ext cx="3737869" cy="3319366"/>
            </a:xfrm>
            <a:prstGeom prst="rect">
              <a:avLst/>
            </a:prstGeom>
          </p:spPr>
        </p:pic>
      </p:grpSp>
      <p:sp>
        <p:nvSpPr>
          <p:cNvPr id="53" name="TextBox 52">
            <a:extLst>
              <a:ext uri="{FF2B5EF4-FFF2-40B4-BE49-F238E27FC236}">
                <a16:creationId xmlns:a16="http://schemas.microsoft.com/office/drawing/2014/main" id="{DD15C4C4-6117-1C73-3E90-AC4532743E2F}"/>
              </a:ext>
            </a:extLst>
          </p:cNvPr>
          <p:cNvSpPr txBox="1"/>
          <p:nvPr/>
        </p:nvSpPr>
        <p:spPr>
          <a:xfrm>
            <a:off x="1816723" y="5589772"/>
            <a:ext cx="160973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Initial, final SOC = 0.5</a:t>
            </a:r>
            <a:endParaRPr lang="ko-KR" altLang="en-US" sz="1200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057F2C5D-A65B-5400-716F-7DEB88E1D92E}"/>
              </a:ext>
            </a:extLst>
          </p:cNvPr>
          <p:cNvSpPr txBox="1"/>
          <p:nvPr/>
        </p:nvSpPr>
        <p:spPr>
          <a:xfrm>
            <a:off x="6230620" y="5580315"/>
            <a:ext cx="458025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- </a:t>
            </a:r>
            <a:r>
              <a:rPr lang="ko-KR" altLang="en-US" sz="1200" dirty="0"/>
              <a:t>연비 차이가 크지 않은 범위 내에서 배터리의 수명 증가 기대 </a:t>
            </a:r>
          </a:p>
        </p:txBody>
      </p:sp>
      <p:sp>
        <p:nvSpPr>
          <p:cNvPr id="10" name="텍스트 개체 틀 3">
            <a:extLst>
              <a:ext uri="{FF2B5EF4-FFF2-40B4-BE49-F238E27FC236}">
                <a16:creationId xmlns:a16="http://schemas.microsoft.com/office/drawing/2014/main" id="{0C94E86D-5FDC-E89C-0CDE-B663D90102C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86881" y="6354695"/>
            <a:ext cx="11318875" cy="568608"/>
          </a:xfrm>
        </p:spPr>
        <p:txBody>
          <a:bodyPr/>
          <a:lstStyle/>
          <a:p>
            <a:r>
              <a:rPr lang="en-US" altLang="ko-KR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[1] L. Tang, G. </a:t>
            </a:r>
            <a:r>
              <a:rPr lang="en-US" altLang="ko-KR" sz="11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Rizzoni</a:t>
            </a:r>
            <a:r>
              <a:rPr lang="en-US" altLang="ko-KR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and S. </a:t>
            </a:r>
            <a:r>
              <a:rPr lang="en-US" altLang="ko-KR" sz="11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Onori</a:t>
            </a:r>
            <a:r>
              <a:rPr lang="en-US" altLang="ko-KR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"Energy Management Strategy for HEVs Including Battery Life Optimization," in IEEE Transactions on Transportation Electrification, vol. 1, no. 3, pp. 211-222, Oct. 2015, </a:t>
            </a:r>
            <a:r>
              <a:rPr lang="en-US" altLang="ko-KR" sz="11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doi</a:t>
            </a:r>
            <a:r>
              <a:rPr lang="en-US" altLang="ko-KR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: 10.1109/TTE.2015.2471180.</a:t>
            </a:r>
          </a:p>
        </p:txBody>
      </p:sp>
    </p:spTree>
    <p:extLst>
      <p:ext uri="{BB962C8B-B14F-4D97-AF65-F5344CB8AC3E}">
        <p14:creationId xmlns:p14="http://schemas.microsoft.com/office/powerpoint/2010/main" val="18634590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4E062B6-3DF8-9843-53DC-9B6AAED918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1071" y="530792"/>
            <a:ext cx="11319127" cy="595284"/>
          </a:xfrm>
        </p:spPr>
        <p:txBody>
          <a:bodyPr/>
          <a:lstStyle/>
          <a:p>
            <a:r>
              <a:rPr lang="ko-KR" altLang="en-US" b="1" dirty="0"/>
              <a:t>배터리 열화 모델 기반 에너지 관리 제어 전략 </a:t>
            </a:r>
            <a:r>
              <a:rPr lang="en-US" altLang="ko-KR" b="1" dirty="0"/>
              <a:t>[1]</a:t>
            </a:r>
            <a:endParaRPr lang="ko-KR" altLang="en-US" b="1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C772709-6B95-4AF2-E1D7-35059EE79EA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41323" y="1137464"/>
            <a:ext cx="11318875" cy="5189744"/>
          </a:xfrm>
        </p:spPr>
        <p:txBody>
          <a:bodyPr/>
          <a:lstStyle/>
          <a:p>
            <a:r>
              <a:rPr lang="ko-KR" altLang="en-US" b="1" dirty="0"/>
              <a:t>한계점 및 개선 가능성 분석</a:t>
            </a:r>
            <a:endParaRPr lang="en-US" altLang="ko-KR" b="1" dirty="0"/>
          </a:p>
          <a:p>
            <a:pPr marL="457200" lvl="1" indent="0">
              <a:buNone/>
            </a:pPr>
            <a:endParaRPr lang="en-US" altLang="ko-KR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B6CC68E-4639-B857-AEC4-CCCFF7C5E569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9BD6DDC0-F02B-0249-8F31-065B2676544E}" type="slidenum">
              <a:rPr lang="en-KR" smtClean="0"/>
              <a:pPr/>
              <a:t>5</a:t>
            </a:fld>
            <a:endParaRPr lang="en-KR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925DC3B3-ECD0-84A2-7369-08F73063B5E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5164" y="127002"/>
            <a:ext cx="11470605" cy="273100"/>
          </a:xfrm>
        </p:spPr>
        <p:txBody>
          <a:bodyPr/>
          <a:lstStyle/>
          <a:p>
            <a:r>
              <a:rPr lang="en-US" altLang="ko-KR" sz="1600" b="1" dirty="0"/>
              <a:t>1. </a:t>
            </a:r>
            <a:r>
              <a:rPr lang="ko-KR" altLang="en-US" sz="1600" b="1" dirty="0"/>
              <a:t>선행 연구</a:t>
            </a:r>
            <a:endParaRPr lang="en-US" altLang="ko-KR" sz="1600" b="1" dirty="0"/>
          </a:p>
        </p:txBody>
      </p:sp>
      <p:sp>
        <p:nvSpPr>
          <p:cNvPr id="45" name="오른쪽 화살표 2">
            <a:extLst>
              <a:ext uri="{FF2B5EF4-FFF2-40B4-BE49-F238E27FC236}">
                <a16:creationId xmlns:a16="http://schemas.microsoft.com/office/drawing/2014/main" id="{1A10A2BC-2C90-991F-8E28-48C62F528C9B}"/>
              </a:ext>
            </a:extLst>
          </p:cNvPr>
          <p:cNvSpPr/>
          <p:nvPr/>
        </p:nvSpPr>
        <p:spPr>
          <a:xfrm>
            <a:off x="5886722" y="2929831"/>
            <a:ext cx="282388" cy="1312915"/>
          </a:xfrm>
          <a:prstGeom prst="rightArrow">
            <a:avLst>
              <a:gd name="adj1" fmla="val 50000"/>
              <a:gd name="adj2" fmla="val 100000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8" name="모서리가 둥근 직사각형 145">
            <a:extLst>
              <a:ext uri="{FF2B5EF4-FFF2-40B4-BE49-F238E27FC236}">
                <a16:creationId xmlns:a16="http://schemas.microsoft.com/office/drawing/2014/main" id="{B5434BB8-286D-4BFC-8627-D780F8342855}"/>
              </a:ext>
            </a:extLst>
          </p:cNvPr>
          <p:cNvSpPr/>
          <p:nvPr/>
        </p:nvSpPr>
        <p:spPr>
          <a:xfrm>
            <a:off x="1172575" y="1856438"/>
            <a:ext cx="4375913" cy="261597"/>
          </a:xfrm>
          <a:prstGeom prst="roundRect">
            <a:avLst>
              <a:gd name="adj" fmla="val 114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/>
            <a:r>
              <a:rPr lang="ko-KR" altLang="en-US" sz="12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한계점</a:t>
            </a:r>
            <a:endParaRPr lang="en-US" altLang="ko-KR" sz="1200" b="1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82F9C69C-CC2D-9DAF-719C-435FEDD39773}"/>
              </a:ext>
            </a:extLst>
          </p:cNvPr>
          <p:cNvSpPr txBox="1"/>
          <p:nvPr/>
        </p:nvSpPr>
        <p:spPr>
          <a:xfrm>
            <a:off x="1172574" y="2180873"/>
            <a:ext cx="4375914" cy="832254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75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12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시뮬레이션에 적용된 배터리 모델의 부정확성</a:t>
            </a:r>
            <a:endParaRPr lang="en-US" altLang="ko-KR" sz="12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0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배터리 전류 모델에서 </a:t>
            </a:r>
            <a:r>
              <a:rPr lang="ko-KR" altLang="en-US" sz="1050" b="1" dirty="0">
                <a:solidFill>
                  <a:srgbClr val="0432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노화</a:t>
            </a:r>
            <a:r>
              <a:rPr lang="ko-KR" altLang="en-US" sz="105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에 의한 </a:t>
            </a:r>
            <a:r>
              <a:rPr lang="ko-KR" altLang="en-US" sz="1050" b="1" dirty="0">
                <a:solidFill>
                  <a:srgbClr val="0432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내부 저항</a:t>
            </a:r>
            <a:r>
              <a:rPr lang="en-US" altLang="ko-KR" sz="1050" b="1" dirty="0">
                <a:solidFill>
                  <a:srgbClr val="0432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OCV, </a:t>
            </a:r>
            <a:r>
              <a:rPr lang="ko-KR" altLang="en-US" sz="1050" b="1" dirty="0">
                <a:solidFill>
                  <a:srgbClr val="0432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배터리 </a:t>
            </a:r>
            <a:r>
              <a:rPr lang="en-US" altLang="ko-KR" sz="1050" b="1" dirty="0">
                <a:solidFill>
                  <a:srgbClr val="0432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capacity</a:t>
            </a:r>
            <a:r>
              <a:rPr lang="en-US" altLang="ko-KR" sz="105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0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등</a:t>
            </a:r>
            <a:r>
              <a:rPr lang="ko-KR" altLang="en-US" sz="105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0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파라미터 변화를 고려 </a:t>
            </a:r>
            <a:r>
              <a:rPr lang="en-US" altLang="ko-KR" sz="10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x</a:t>
            </a:r>
          </a:p>
        </p:txBody>
      </p:sp>
      <p:grpSp>
        <p:nvGrpSpPr>
          <p:cNvPr id="78" name="그룹 77">
            <a:extLst>
              <a:ext uri="{FF2B5EF4-FFF2-40B4-BE49-F238E27FC236}">
                <a16:creationId xmlns:a16="http://schemas.microsoft.com/office/drawing/2014/main" id="{D3D07F40-7EAC-8062-1254-BF9ED0594692}"/>
              </a:ext>
            </a:extLst>
          </p:cNvPr>
          <p:cNvGrpSpPr/>
          <p:nvPr/>
        </p:nvGrpSpPr>
        <p:grpSpPr>
          <a:xfrm>
            <a:off x="1172574" y="3032420"/>
            <a:ext cx="4375914" cy="2508951"/>
            <a:chOff x="6920822" y="2334577"/>
            <a:chExt cx="4503803" cy="2745762"/>
          </a:xfrm>
        </p:grpSpPr>
        <p:grpSp>
          <p:nvGrpSpPr>
            <p:cNvPr id="59" name="그룹 58">
              <a:extLst>
                <a:ext uri="{FF2B5EF4-FFF2-40B4-BE49-F238E27FC236}">
                  <a16:creationId xmlns:a16="http://schemas.microsoft.com/office/drawing/2014/main" id="{C26E6501-54F8-7478-4C03-0D90F8E2B0D9}"/>
                </a:ext>
              </a:extLst>
            </p:cNvPr>
            <p:cNvGrpSpPr/>
            <p:nvPr/>
          </p:nvGrpSpPr>
          <p:grpSpPr>
            <a:xfrm>
              <a:off x="6920822" y="2334577"/>
              <a:ext cx="4503803" cy="2745762"/>
              <a:chOff x="6983116" y="2473961"/>
              <a:chExt cx="4503803" cy="2745762"/>
            </a:xfrm>
          </p:grpSpPr>
          <p:grpSp>
            <p:nvGrpSpPr>
              <p:cNvPr id="26" name="그룹 25">
                <a:extLst>
                  <a:ext uri="{FF2B5EF4-FFF2-40B4-BE49-F238E27FC236}">
                    <a16:creationId xmlns:a16="http://schemas.microsoft.com/office/drawing/2014/main" id="{091F75E5-DECA-E59E-EA8B-3E143E15D009}"/>
                  </a:ext>
                </a:extLst>
              </p:cNvPr>
              <p:cNvGrpSpPr/>
              <p:nvPr/>
            </p:nvGrpSpPr>
            <p:grpSpPr>
              <a:xfrm>
                <a:off x="7180195" y="2473961"/>
                <a:ext cx="4190957" cy="2470962"/>
                <a:chOff x="1803064" y="1977927"/>
                <a:chExt cx="4190957" cy="2470962"/>
              </a:xfrm>
            </p:grpSpPr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851F01FA-0FBA-F751-3DE1-841D3FAE1C12}"/>
                    </a:ext>
                  </a:extLst>
                </p:cNvPr>
                <p:cNvSpPr txBox="1"/>
                <p:nvPr/>
              </p:nvSpPr>
              <p:spPr>
                <a:xfrm>
                  <a:off x="2345343" y="1977927"/>
                  <a:ext cx="719017" cy="44089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just">
                    <a:lnSpc>
                      <a:spcPct val="200000"/>
                    </a:lnSpc>
                  </a:pPr>
                  <a:r>
                    <a:rPr lang="en-US" altLang="ko-KR" sz="1200" b="1" dirty="0">
                      <a:latin typeface="맑은 고딕" panose="020B0503020000020004" pitchFamily="50" charset="-127"/>
                      <a:ea typeface="맑은 고딕" panose="020B0503020000020004" pitchFamily="50" charset="-127"/>
                    </a:rPr>
                    <a:t>EMS</a:t>
                  </a:r>
                </a:p>
              </p:txBody>
            </p:sp>
            <p:sp>
              <p:nvSpPr>
                <p:cNvPr id="67" name="TextBox 66">
                  <a:extLst>
                    <a:ext uri="{FF2B5EF4-FFF2-40B4-BE49-F238E27FC236}">
                      <a16:creationId xmlns:a16="http://schemas.microsoft.com/office/drawing/2014/main" id="{11B8D2C3-B94E-08F0-06A8-4C93C0854445}"/>
                    </a:ext>
                  </a:extLst>
                </p:cNvPr>
                <p:cNvSpPr txBox="1"/>
                <p:nvPr/>
              </p:nvSpPr>
              <p:spPr>
                <a:xfrm>
                  <a:off x="1803064" y="2378018"/>
                  <a:ext cx="1609726" cy="1809505"/>
                </a:xfrm>
                <a:prstGeom prst="rect">
                  <a:avLst/>
                </a:prstGeom>
                <a:noFill/>
                <a:ln w="6350">
                  <a:solidFill>
                    <a:srgbClr val="FF0000"/>
                  </a:solidFill>
                  <a:prstDash val="dash"/>
                </a:ln>
              </p:spPr>
              <p:txBody>
                <a:bodyPr wrap="square" rtlCol="0" anchor="ctr">
                  <a:noAutofit/>
                </a:bodyPr>
                <a:lstStyle/>
                <a:p>
                  <a:pPr algn="just">
                    <a:lnSpc>
                      <a:spcPct val="150000"/>
                    </a:lnSpc>
                  </a:pPr>
                  <a:endParaRPr lang="en-US" sz="900" b="1" dirty="0">
                    <a:latin typeface="맑은 고딕" panose="020B0503020000020004" pitchFamily="50" charset="-127"/>
                    <a:ea typeface="맑은 고딕" panose="020B0503020000020004" pitchFamily="50" charset="-127"/>
                  </a:endParaRPr>
                </a:p>
              </p:txBody>
            </p:sp>
            <p:cxnSp>
              <p:nvCxnSpPr>
                <p:cNvPr id="56" name="직선 화살표 연결선 55">
                  <a:extLst>
                    <a:ext uri="{FF2B5EF4-FFF2-40B4-BE49-F238E27FC236}">
                      <a16:creationId xmlns:a16="http://schemas.microsoft.com/office/drawing/2014/main" id="{BDBC6C76-E57A-141A-11C3-D3BC6A80EC8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609508" y="2990453"/>
                  <a:ext cx="0" cy="233068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60" name="TextBox 59">
                  <a:extLst>
                    <a:ext uri="{FF2B5EF4-FFF2-40B4-BE49-F238E27FC236}">
                      <a16:creationId xmlns:a16="http://schemas.microsoft.com/office/drawing/2014/main" id="{1D058326-E8CF-8AD2-AE32-08121E5B7194}"/>
                    </a:ext>
                  </a:extLst>
                </p:cNvPr>
                <p:cNvSpPr txBox="1"/>
                <p:nvPr/>
              </p:nvSpPr>
              <p:spPr>
                <a:xfrm>
                  <a:off x="1884314" y="3259934"/>
                  <a:ext cx="1442532" cy="599067"/>
                </a:xfrm>
                <a:prstGeom prst="rect">
                  <a:avLst/>
                </a:prstGeom>
                <a:solidFill>
                  <a:schemeClr val="bg1"/>
                </a:solidFill>
                <a:ln w="6350">
                  <a:solidFill>
                    <a:schemeClr val="bg1">
                      <a:lumMod val="75000"/>
                    </a:schemeClr>
                  </a:solidFill>
                </a:ln>
              </p:spPr>
              <p:txBody>
                <a:bodyPr wrap="square" rtlCol="0" anchor="ctr">
                  <a:noAutofit/>
                </a:bodyPr>
                <a:lstStyle/>
                <a:p>
                  <a:pPr algn="ctr"/>
                  <a:r>
                    <a:rPr lang="en-US" altLang="ko-KR" sz="1100" b="1" dirty="0">
                      <a:solidFill>
                        <a:schemeClr val="tx1"/>
                      </a:solidFill>
                      <a:latin typeface="맑은 고딕" panose="020B0503020000020004" pitchFamily="50" charset="-127"/>
                      <a:ea typeface="맑은 고딕" panose="020B0503020000020004" pitchFamily="50" charset="-127"/>
                    </a:rPr>
                    <a:t>PMP-based </a:t>
                  </a:r>
                </a:p>
                <a:p>
                  <a:pPr algn="ctr"/>
                  <a:r>
                    <a:rPr lang="en-US" altLang="ko-KR" sz="1100" b="1" dirty="0">
                      <a:solidFill>
                        <a:schemeClr val="tx1"/>
                      </a:solidFill>
                      <a:latin typeface="맑은 고딕" panose="020B0503020000020004" pitchFamily="50" charset="-127"/>
                      <a:ea typeface="맑은 고딕" panose="020B0503020000020004" pitchFamily="50" charset="-127"/>
                    </a:rPr>
                    <a:t>EMS </a:t>
                  </a:r>
                  <a:r>
                    <a:rPr lang="ko-KR" altLang="en-US" sz="1100" b="1" dirty="0">
                      <a:solidFill>
                        <a:schemeClr val="tx1"/>
                      </a:solidFill>
                      <a:latin typeface="맑은 고딕" panose="020B0503020000020004" pitchFamily="50" charset="-127"/>
                      <a:ea typeface="맑은 고딕" panose="020B0503020000020004" pitchFamily="50" charset="-127"/>
                    </a:rPr>
                    <a:t>제어기</a:t>
                  </a:r>
                  <a:endParaRPr lang="en-US" altLang="ko-KR" sz="1100" b="1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endParaRPr>
                </a:p>
              </p:txBody>
            </p:sp>
            <p:sp>
              <p:nvSpPr>
                <p:cNvPr id="65" name="TextBox 64">
                  <a:extLst>
                    <a:ext uri="{FF2B5EF4-FFF2-40B4-BE49-F238E27FC236}">
                      <a16:creationId xmlns:a16="http://schemas.microsoft.com/office/drawing/2014/main" id="{2EDF0BA9-2FCA-B4EF-2FFB-44658A91008D}"/>
                    </a:ext>
                  </a:extLst>
                </p:cNvPr>
                <p:cNvSpPr txBox="1"/>
                <p:nvPr/>
              </p:nvSpPr>
              <p:spPr>
                <a:xfrm>
                  <a:off x="1884314" y="2445358"/>
                  <a:ext cx="1442532" cy="495096"/>
                </a:xfrm>
                <a:prstGeom prst="rect">
                  <a:avLst/>
                </a:prstGeom>
                <a:solidFill>
                  <a:schemeClr val="bg1"/>
                </a:solidFill>
                <a:ln w="6350">
                  <a:solidFill>
                    <a:schemeClr val="bg1">
                      <a:lumMod val="75000"/>
                    </a:schemeClr>
                  </a:solidFill>
                </a:ln>
              </p:spPr>
              <p:txBody>
                <a:bodyPr wrap="square" rtlCol="0" anchor="ctr">
                  <a:noAutofit/>
                </a:bodyPr>
                <a:lstStyle/>
                <a:p>
                  <a:pPr algn="ctr"/>
                  <a:r>
                    <a:rPr lang="en-US" altLang="ko-KR" sz="1100" b="1" dirty="0">
                      <a:solidFill>
                        <a:schemeClr val="tx1"/>
                      </a:solidFill>
                      <a:latin typeface="맑은 고딕" panose="020B0503020000020004" pitchFamily="50" charset="-127"/>
                      <a:ea typeface="맑은 고딕" panose="020B0503020000020004" pitchFamily="50" charset="-127"/>
                    </a:rPr>
                    <a:t>Aging model</a:t>
                  </a:r>
                </a:p>
              </p:txBody>
            </p:sp>
            <p:sp>
              <p:nvSpPr>
                <p:cNvPr id="68" name="TextBox 67">
                  <a:extLst>
                    <a:ext uri="{FF2B5EF4-FFF2-40B4-BE49-F238E27FC236}">
                      <a16:creationId xmlns:a16="http://schemas.microsoft.com/office/drawing/2014/main" id="{25EA95BC-EA7F-ACD3-EA3F-416D33BF448B}"/>
                    </a:ext>
                  </a:extLst>
                </p:cNvPr>
                <p:cNvSpPr txBox="1"/>
                <p:nvPr/>
              </p:nvSpPr>
              <p:spPr>
                <a:xfrm>
                  <a:off x="4032679" y="2793576"/>
                  <a:ext cx="1442532" cy="724871"/>
                </a:xfrm>
                <a:prstGeom prst="rect">
                  <a:avLst/>
                </a:prstGeom>
                <a:solidFill>
                  <a:schemeClr val="bg1"/>
                </a:solidFill>
                <a:ln w="6350">
                  <a:solidFill>
                    <a:schemeClr val="bg1">
                      <a:lumMod val="75000"/>
                    </a:schemeClr>
                  </a:solidFill>
                </a:ln>
              </p:spPr>
              <p:txBody>
                <a:bodyPr wrap="square" rtlCol="0" anchor="ctr">
                  <a:noAutofit/>
                </a:bodyPr>
                <a:lstStyle/>
                <a:p>
                  <a:pPr algn="ctr"/>
                  <a:r>
                    <a:rPr lang="en-US" altLang="ko-KR" sz="1100" b="1" dirty="0">
                      <a:latin typeface="맑은 고딕" panose="020B0503020000020004" pitchFamily="50" charset="-127"/>
                      <a:ea typeface="맑은 고딕" panose="020B0503020000020004" pitchFamily="50" charset="-127"/>
                    </a:rPr>
                    <a:t>Nominal </a:t>
                  </a:r>
                </a:p>
                <a:p>
                  <a:pPr algn="ctr"/>
                  <a:r>
                    <a:rPr lang="en-US" altLang="ko-KR" sz="1100" b="1" dirty="0">
                      <a:latin typeface="맑은 고딕" panose="020B0503020000020004" pitchFamily="50" charset="-127"/>
                      <a:ea typeface="맑은 고딕" panose="020B0503020000020004" pitchFamily="50" charset="-127"/>
                    </a:rPr>
                    <a:t>Battery Model </a:t>
                  </a:r>
                </a:p>
              </p:txBody>
            </p:sp>
            <p:cxnSp>
              <p:nvCxnSpPr>
                <p:cNvPr id="69" name="직선 화살표 연결선 68">
                  <a:extLst>
                    <a:ext uri="{FF2B5EF4-FFF2-40B4-BE49-F238E27FC236}">
                      <a16:creationId xmlns:a16="http://schemas.microsoft.com/office/drawing/2014/main" id="{0EAF7AAA-F26B-FEC8-54C9-C5CDF980BC6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546808" y="3156011"/>
                  <a:ext cx="327031" cy="0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graphicFrame>
              <p:nvGraphicFramePr>
                <p:cNvPr id="72" name="개체 71">
                  <a:extLst>
                    <a:ext uri="{FF2B5EF4-FFF2-40B4-BE49-F238E27FC236}">
                      <a16:creationId xmlns:a16="http://schemas.microsoft.com/office/drawing/2014/main" id="{0E9F3832-FF50-BB43-E74D-68ADECE74885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438224871"/>
                    </p:ext>
                  </p:extLst>
                </p:nvPr>
              </p:nvGraphicFramePr>
              <p:xfrm>
                <a:off x="3480470" y="2768688"/>
                <a:ext cx="441540" cy="320609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Equation" r:id="rId2" imgW="330120" imgH="241200" progId="Equation.DSMT4">
                        <p:embed/>
                      </p:oleObj>
                    </mc:Choice>
                    <mc:Fallback>
                      <p:oleObj name="Equation" r:id="rId2" imgW="330120" imgH="241200" progId="Equation.DSMT4">
                        <p:embed/>
                        <p:pic>
                          <p:nvPicPr>
                            <p:cNvPr id="72" name="개체 71">
                              <a:extLst>
                                <a:ext uri="{FF2B5EF4-FFF2-40B4-BE49-F238E27FC236}">
                                  <a16:creationId xmlns:a16="http://schemas.microsoft.com/office/drawing/2014/main" id="{0E9F3832-FF50-BB43-E74D-68ADECE74885}"/>
                                </a:ext>
                              </a:extLst>
                            </p:cNvPr>
                            <p:cNvPicPr/>
                            <p:nvPr/>
                          </p:nvPicPr>
                          <p:blipFill>
                            <a:blip r:embed="rId3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3480470" y="2768688"/>
                              <a:ext cx="441540" cy="320609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cxnSp>
              <p:nvCxnSpPr>
                <p:cNvPr id="74" name="직선 화살표 연결선 73">
                  <a:extLst>
                    <a:ext uri="{FF2B5EF4-FFF2-40B4-BE49-F238E27FC236}">
                      <a16:creationId xmlns:a16="http://schemas.microsoft.com/office/drawing/2014/main" id="{ADE6AFD5-317E-0749-9A3D-14ADDD21BFE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570695" y="3156011"/>
                  <a:ext cx="423326" cy="0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graphicFrame>
              <p:nvGraphicFramePr>
                <p:cNvPr id="75" name="개체 74">
                  <a:extLst>
                    <a:ext uri="{FF2B5EF4-FFF2-40B4-BE49-F238E27FC236}">
                      <a16:creationId xmlns:a16="http://schemas.microsoft.com/office/drawing/2014/main" id="{64F88CA1-215A-E821-FF76-6F2A589BEE65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3514823604"/>
                    </p:ext>
                  </p:extLst>
                </p:nvPr>
              </p:nvGraphicFramePr>
              <p:xfrm>
                <a:off x="5575956" y="2816144"/>
                <a:ext cx="338137" cy="304800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Equation" r:id="rId4" imgW="253800" imgH="228600" progId="Equation.DSMT4">
                        <p:embed/>
                      </p:oleObj>
                    </mc:Choice>
                    <mc:Fallback>
                      <p:oleObj name="Equation" r:id="rId4" imgW="253800" imgH="228600" progId="Equation.DSMT4">
                        <p:embed/>
                        <p:pic>
                          <p:nvPicPr>
                            <p:cNvPr id="75" name="개체 74">
                              <a:extLst>
                                <a:ext uri="{FF2B5EF4-FFF2-40B4-BE49-F238E27FC236}">
                                  <a16:creationId xmlns:a16="http://schemas.microsoft.com/office/drawing/2014/main" id="{64F88CA1-215A-E821-FF76-6F2A589BEE65}"/>
                                </a:ext>
                              </a:extLst>
                            </p:cNvPr>
                            <p:cNvPicPr/>
                            <p:nvPr/>
                          </p:nvPicPr>
                          <p:blipFill>
                            <a:blip r:embed="rId5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5575956" y="2816144"/>
                              <a:ext cx="338137" cy="304800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cxnSp>
              <p:nvCxnSpPr>
                <p:cNvPr id="79" name="직선 연결선 78">
                  <a:extLst>
                    <a:ext uri="{FF2B5EF4-FFF2-40B4-BE49-F238E27FC236}">
                      <a16:creationId xmlns:a16="http://schemas.microsoft.com/office/drawing/2014/main" id="{DEFA6970-6B0C-2AFA-7F97-7FE78EE774D8}"/>
                    </a:ext>
                  </a:extLst>
                </p:cNvPr>
                <p:cNvCxnSpPr/>
                <p:nvPr/>
              </p:nvCxnSpPr>
              <p:spPr>
                <a:xfrm>
                  <a:off x="5745024" y="3156011"/>
                  <a:ext cx="0" cy="1287318"/>
                </a:xfrm>
                <a:prstGeom prst="line">
                  <a:avLst/>
                </a:prstGeom>
                <a:ln>
                  <a:headEnd type="oval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81" name="직선 연결선 80">
                  <a:extLst>
                    <a:ext uri="{FF2B5EF4-FFF2-40B4-BE49-F238E27FC236}">
                      <a16:creationId xmlns:a16="http://schemas.microsoft.com/office/drawing/2014/main" id="{2D3E7312-AEB7-3E82-B967-18010E16A767}"/>
                    </a:ext>
                  </a:extLst>
                </p:cNvPr>
                <p:cNvCxnSpPr/>
                <p:nvPr/>
              </p:nvCxnSpPr>
              <p:spPr>
                <a:xfrm flipH="1">
                  <a:off x="2605580" y="4443329"/>
                  <a:ext cx="3139443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2" name="직선 화살표 연결선 81">
                  <a:extLst>
                    <a:ext uri="{FF2B5EF4-FFF2-40B4-BE49-F238E27FC236}">
                      <a16:creationId xmlns:a16="http://schemas.microsoft.com/office/drawing/2014/main" id="{B6A128FB-6E57-9DBC-BFED-AAD53FC7B57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605580" y="4187524"/>
                  <a:ext cx="2347" cy="261365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graphicFrame>
              <p:nvGraphicFramePr>
                <p:cNvPr id="7" name="개체 6">
                  <a:extLst>
                    <a:ext uri="{FF2B5EF4-FFF2-40B4-BE49-F238E27FC236}">
                      <a16:creationId xmlns:a16="http://schemas.microsoft.com/office/drawing/2014/main" id="{BF8DACEE-21A4-5310-9A7F-69C75F0C2D52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785549362"/>
                    </p:ext>
                  </p:extLst>
                </p:nvPr>
              </p:nvGraphicFramePr>
              <p:xfrm>
                <a:off x="2012226" y="3912786"/>
                <a:ext cx="1184316" cy="220950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Equation" r:id="rId6" imgW="2298600" imgH="431640" progId="Equation.DSMT4">
                        <p:embed/>
                      </p:oleObj>
                    </mc:Choice>
                    <mc:Fallback>
                      <p:oleObj name="Equation" r:id="rId6" imgW="2298600" imgH="431640" progId="Equation.DSMT4">
                        <p:embed/>
                        <p:pic>
                          <p:nvPicPr>
                            <p:cNvPr id="7" name="개체 6">
                              <a:extLst>
                                <a:ext uri="{FF2B5EF4-FFF2-40B4-BE49-F238E27FC236}">
                                  <a16:creationId xmlns:a16="http://schemas.microsoft.com/office/drawing/2014/main" id="{BF8DACEE-21A4-5310-9A7F-69C75F0C2D52}"/>
                                </a:ext>
                              </a:extLst>
                            </p:cNvPr>
                            <p:cNvPicPr/>
                            <p:nvPr/>
                          </p:nvPicPr>
                          <p:blipFill>
                            <a:blip r:embed="rId7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012226" y="3912786"/>
                              <a:ext cx="1184316" cy="220950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75E5B485-AF82-0E35-2AB1-A39187CEDD87}"/>
                  </a:ext>
                </a:extLst>
              </p:cNvPr>
              <p:cNvSpPr txBox="1"/>
              <p:nvPr/>
            </p:nvSpPr>
            <p:spPr>
              <a:xfrm>
                <a:off x="6983116" y="2554901"/>
                <a:ext cx="4503803" cy="2664822"/>
              </a:xfrm>
              <a:prstGeom prst="rect">
                <a:avLst/>
              </a:prstGeom>
              <a:noFill/>
              <a:ln w="6350">
                <a:solidFill>
                  <a:schemeClr val="bg1">
                    <a:lumMod val="75000"/>
                  </a:schemeClr>
                </a:solidFill>
              </a:ln>
            </p:spPr>
            <p:txBody>
              <a:bodyPr wrap="square" rtlCol="0" anchor="ctr">
                <a:noAutofit/>
              </a:bodyPr>
              <a:lstStyle/>
              <a:p>
                <a:pPr algn="just">
                  <a:lnSpc>
                    <a:spcPct val="150000"/>
                  </a:lnSpc>
                </a:pPr>
                <a:endParaRPr lang="en-US" sz="900" b="1" dirty="0"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</p:grpSp>
        <p:graphicFrame>
          <p:nvGraphicFramePr>
            <p:cNvPr id="71" name="개체 70">
              <a:extLst>
                <a:ext uri="{FF2B5EF4-FFF2-40B4-BE49-F238E27FC236}">
                  <a16:creationId xmlns:a16="http://schemas.microsoft.com/office/drawing/2014/main" id="{348B23A6-742C-5D45-1418-E78B2EB5727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149170160"/>
                </p:ext>
              </p:extLst>
            </p:nvPr>
          </p:nvGraphicFramePr>
          <p:xfrm>
            <a:off x="9389890" y="2754661"/>
            <a:ext cx="1402630" cy="37212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1866600" imgH="495000" progId="Equation.DSMT4">
                    <p:embed/>
                  </p:oleObj>
                </mc:Choice>
                <mc:Fallback>
                  <p:oleObj name="Equation" r:id="rId8" imgW="1866600" imgH="495000" progId="Equation.DSMT4">
                    <p:embed/>
                    <p:pic>
                      <p:nvPicPr>
                        <p:cNvPr id="71" name="개체 70">
                          <a:extLst>
                            <a:ext uri="{FF2B5EF4-FFF2-40B4-BE49-F238E27FC236}">
                              <a16:creationId xmlns:a16="http://schemas.microsoft.com/office/drawing/2014/main" id="{348B23A6-742C-5D45-1418-E78B2EB5727C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9"/>
                        <a:stretch>
                          <a:fillRect/>
                        </a:stretch>
                      </p:blipFill>
                      <p:spPr>
                        <a:xfrm>
                          <a:off x="9389890" y="2754661"/>
                          <a:ext cx="1402630" cy="372126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77" name="TextBox 76">
            <a:extLst>
              <a:ext uri="{FF2B5EF4-FFF2-40B4-BE49-F238E27FC236}">
                <a16:creationId xmlns:a16="http://schemas.microsoft.com/office/drawing/2014/main" id="{BAB7B455-8873-A741-AA0C-009A17A4C02D}"/>
              </a:ext>
            </a:extLst>
          </p:cNvPr>
          <p:cNvSpPr txBox="1"/>
          <p:nvPr/>
        </p:nvSpPr>
        <p:spPr>
          <a:xfrm>
            <a:off x="6488410" y="3013434"/>
            <a:ext cx="4813505" cy="654414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75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marL="228600" indent="-228600" algn="just">
              <a:lnSpc>
                <a:spcPct val="150000"/>
              </a:lnSpc>
              <a:buFont typeface="+mj-lt"/>
              <a:buAutoNum type="arabicPeriod" startAt="2"/>
            </a:pPr>
            <a:r>
              <a:rPr lang="en-US" altLang="ko-KR" sz="12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Battery degradation</a:t>
            </a:r>
            <a:r>
              <a:rPr lang="ko-KR" altLang="en-US" sz="12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을 고려한 최적 제어 방법론 개선</a:t>
            </a:r>
            <a:endParaRPr lang="en-US" altLang="ko-KR" sz="12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28600" indent="-2286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0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다양한 시나리오에 </a:t>
            </a:r>
            <a:r>
              <a:rPr lang="en-US" altLang="ko-KR" sz="10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ECMS, A-ECMS…</a:t>
            </a:r>
            <a:r>
              <a:rPr lang="ko-KR" altLang="en-US" sz="10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endParaRPr lang="en-US" altLang="ko-KR" sz="9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441D0D55-94AF-08E2-A2B4-8E3DD30C0F80}"/>
              </a:ext>
            </a:extLst>
          </p:cNvPr>
          <p:cNvSpPr txBox="1"/>
          <p:nvPr/>
        </p:nvSpPr>
        <p:spPr>
          <a:xfrm>
            <a:off x="6488410" y="3818149"/>
            <a:ext cx="4813505" cy="654414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75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marL="228600" indent="-228600" algn="just">
              <a:lnSpc>
                <a:spcPct val="150000"/>
              </a:lnSpc>
              <a:buFont typeface="+mj-lt"/>
              <a:buAutoNum type="arabicPeriod" startAt="3"/>
            </a:pPr>
            <a:r>
              <a:rPr lang="ko-KR" altLang="en-US" sz="12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2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Battery degradation</a:t>
            </a:r>
            <a:r>
              <a:rPr lang="ko-KR" altLang="en-US" sz="12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을 나타내는 </a:t>
            </a:r>
            <a:r>
              <a:rPr lang="en-US" altLang="ko-KR" sz="12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Aging</a:t>
            </a:r>
            <a:r>
              <a:rPr lang="ko-KR" altLang="en-US" sz="12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2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model </a:t>
            </a:r>
            <a:r>
              <a:rPr lang="ko-KR" altLang="en-US" sz="12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제안</a:t>
            </a:r>
            <a:endParaRPr lang="en-US" altLang="ko-KR" sz="12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28600" indent="-2286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0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노화 또는 열화를 나타내는 </a:t>
            </a:r>
            <a:r>
              <a:rPr lang="ko-KR" altLang="en-US" sz="105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내부 저항 </a:t>
            </a:r>
            <a:r>
              <a:rPr lang="ko-KR" altLang="en-US" sz="10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모델링 및 </a:t>
            </a:r>
            <a:r>
              <a:rPr lang="en-US" altLang="ko-KR" sz="10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index factor </a:t>
            </a:r>
            <a:r>
              <a:rPr lang="ko-KR" altLang="en-US" sz="10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개발 </a:t>
            </a:r>
            <a:r>
              <a:rPr lang="en-US" altLang="ko-KR" sz="10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EF89F203-970C-E82D-FF76-89652BE9E83B}"/>
              </a:ext>
            </a:extLst>
          </p:cNvPr>
          <p:cNvSpPr txBox="1"/>
          <p:nvPr/>
        </p:nvSpPr>
        <p:spPr>
          <a:xfrm>
            <a:off x="6488410" y="2175318"/>
            <a:ext cx="4813505" cy="687814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75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marL="228600" indent="-228600" algn="just">
              <a:lnSpc>
                <a:spcPct val="150000"/>
              </a:lnSpc>
              <a:buAutoNum type="arabicPeriod"/>
            </a:pPr>
            <a:r>
              <a:rPr lang="ko-KR" altLang="en-US" sz="12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배터리 열화들이 고려된 고도화된 배터리 모델 사용</a:t>
            </a:r>
            <a:endParaRPr lang="en-US" altLang="ko-KR" sz="12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28600" indent="-2286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0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COMSOL, </a:t>
            </a:r>
            <a:r>
              <a:rPr lang="en-US" altLang="ko-KR" sz="105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pybamm</a:t>
            </a:r>
            <a:r>
              <a:rPr lang="en-US" altLang="ko-KR" sz="10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..</a:t>
            </a:r>
          </a:p>
        </p:txBody>
      </p:sp>
      <p:sp>
        <p:nvSpPr>
          <p:cNvPr id="87" name="모서리가 둥근 직사각형 145">
            <a:extLst>
              <a:ext uri="{FF2B5EF4-FFF2-40B4-BE49-F238E27FC236}">
                <a16:creationId xmlns:a16="http://schemas.microsoft.com/office/drawing/2014/main" id="{BFA624BA-B11F-279C-F0ED-C09508A51565}"/>
              </a:ext>
            </a:extLst>
          </p:cNvPr>
          <p:cNvSpPr/>
          <p:nvPr/>
        </p:nvSpPr>
        <p:spPr>
          <a:xfrm>
            <a:off x="6488410" y="1856438"/>
            <a:ext cx="4813504" cy="261597"/>
          </a:xfrm>
          <a:prstGeom prst="roundRect">
            <a:avLst>
              <a:gd name="adj" fmla="val 1142"/>
            </a:avLst>
          </a:prstGeom>
          <a:solidFill>
            <a:schemeClr val="tx2">
              <a:lumMod val="10000"/>
              <a:lumOff val="90000"/>
            </a:schemeClr>
          </a:solidFill>
          <a:ln w="9525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/>
            <a:r>
              <a:rPr lang="ko-KR" altLang="en-US" sz="12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개선사항</a:t>
            </a:r>
            <a:endParaRPr lang="en-US" altLang="ko-KR" sz="1200" b="1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F193F6AB-785B-EB2B-573D-3F8FF1364B36}"/>
              </a:ext>
            </a:extLst>
          </p:cNvPr>
          <p:cNvSpPr txBox="1"/>
          <p:nvPr/>
        </p:nvSpPr>
        <p:spPr>
          <a:xfrm>
            <a:off x="6488410" y="4583907"/>
            <a:ext cx="4813505" cy="654414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75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marL="228600" indent="-228600" algn="just">
              <a:lnSpc>
                <a:spcPct val="150000"/>
              </a:lnSpc>
              <a:buFont typeface="+mj-lt"/>
              <a:buAutoNum type="arabicPeriod" startAt="4"/>
            </a:pPr>
            <a:r>
              <a:rPr lang="ko-KR" altLang="en-US" sz="12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2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Hardware-in-the-Loop simulation </a:t>
            </a:r>
            <a:r>
              <a:rPr lang="ko-KR" altLang="en-US" sz="12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기반 제어 검증</a:t>
            </a:r>
            <a:endParaRPr lang="en-US" altLang="ko-KR" sz="10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3" name="텍스트 개체 틀 3">
            <a:extLst>
              <a:ext uri="{FF2B5EF4-FFF2-40B4-BE49-F238E27FC236}">
                <a16:creationId xmlns:a16="http://schemas.microsoft.com/office/drawing/2014/main" id="{F9B93D3D-9723-3AC2-64EA-CA687D32325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86881" y="6354695"/>
            <a:ext cx="11318875" cy="568608"/>
          </a:xfrm>
        </p:spPr>
        <p:txBody>
          <a:bodyPr/>
          <a:lstStyle/>
          <a:p>
            <a:r>
              <a:rPr lang="en-US" altLang="ko-KR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[1] L. Tang, G. </a:t>
            </a:r>
            <a:r>
              <a:rPr lang="en-US" altLang="ko-KR" sz="11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Rizzoni</a:t>
            </a:r>
            <a:r>
              <a:rPr lang="en-US" altLang="ko-KR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and S. </a:t>
            </a:r>
            <a:r>
              <a:rPr lang="en-US" altLang="ko-KR" sz="11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Onori</a:t>
            </a:r>
            <a:r>
              <a:rPr lang="en-US" altLang="ko-KR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"Energy Management Strategy for HEVs Including Battery Life Optimization," in IEEE Transactions on Transportation Electrification, vol. 1, no. 3, pp. 211-222, Oct. 2015, </a:t>
            </a:r>
            <a:r>
              <a:rPr lang="en-US" altLang="ko-KR" sz="11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doi</a:t>
            </a:r>
            <a:r>
              <a:rPr lang="en-US" altLang="ko-KR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: 10.1109/TTE.2015.2471180.</a:t>
            </a:r>
          </a:p>
        </p:txBody>
      </p:sp>
    </p:spTree>
    <p:extLst>
      <p:ext uri="{BB962C8B-B14F-4D97-AF65-F5344CB8AC3E}">
        <p14:creationId xmlns:p14="http://schemas.microsoft.com/office/powerpoint/2010/main" val="39867623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4E062B6-3DF8-9843-53DC-9B6AAED918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1071" y="530792"/>
            <a:ext cx="11319127" cy="595284"/>
          </a:xfrm>
        </p:spPr>
        <p:txBody>
          <a:bodyPr/>
          <a:lstStyle/>
          <a:p>
            <a:r>
              <a:rPr lang="en-US" altLang="ko-KR" b="1" dirty="0"/>
              <a:t>1. </a:t>
            </a:r>
            <a:r>
              <a:rPr lang="ko-KR" altLang="en-US" b="1" dirty="0"/>
              <a:t>열화를 고려한 배터리 모델 기반 시뮬레이션 환경 구축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C772709-6B95-4AF2-E1D7-35059EE79EA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41323" y="1137464"/>
            <a:ext cx="11318875" cy="5189744"/>
          </a:xfrm>
        </p:spPr>
        <p:txBody>
          <a:bodyPr/>
          <a:lstStyle/>
          <a:p>
            <a:r>
              <a:rPr lang="ko-KR" altLang="en-US" b="1" dirty="0"/>
              <a:t>배터리 모델링 시뮬레이터</a:t>
            </a:r>
            <a:endParaRPr lang="en-US" altLang="ko-KR" b="1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B6CC68E-4639-B857-AEC4-CCCFF7C5E569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9BD6DDC0-F02B-0249-8F31-065B2676544E}" type="slidenum">
              <a:rPr lang="en-KR" smtClean="0"/>
              <a:pPr/>
              <a:t>6</a:t>
            </a:fld>
            <a:endParaRPr lang="en-KR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925DC3B3-ECD0-84A2-7369-08F73063B5E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5164" y="127002"/>
            <a:ext cx="11470605" cy="273100"/>
          </a:xfrm>
        </p:spPr>
        <p:txBody>
          <a:bodyPr/>
          <a:lstStyle/>
          <a:p>
            <a:r>
              <a:rPr lang="en-US" altLang="ko-KR" sz="1600" b="1" dirty="0"/>
              <a:t>2. </a:t>
            </a:r>
            <a:r>
              <a:rPr lang="ko-KR" altLang="en-US" sz="1600" b="1" dirty="0"/>
              <a:t>연구 진행 현황</a:t>
            </a:r>
            <a:endParaRPr lang="en-US" altLang="ko-KR" sz="1600" b="1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7D8CB8C1-06D3-2C10-5524-FBE098B78A37}"/>
              </a:ext>
            </a:extLst>
          </p:cNvPr>
          <p:cNvSpPr txBox="1"/>
          <p:nvPr/>
        </p:nvSpPr>
        <p:spPr>
          <a:xfrm>
            <a:off x="3813492" y="2477943"/>
            <a:ext cx="2270528" cy="1312915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75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just">
              <a:lnSpc>
                <a:spcPct val="150000"/>
              </a:lnSpc>
            </a:pPr>
            <a:endParaRPr lang="en-US" sz="10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0DD8895F-C220-2A1A-17F1-D88945E0E4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6128" y="2838187"/>
            <a:ext cx="1986657" cy="719871"/>
          </a:xfrm>
          <a:prstGeom prst="rect">
            <a:avLst/>
          </a:prstGeom>
        </p:spPr>
      </p:pic>
      <p:sp>
        <p:nvSpPr>
          <p:cNvPr id="12" name="모서리가 둥근 직사각형 145">
            <a:extLst>
              <a:ext uri="{FF2B5EF4-FFF2-40B4-BE49-F238E27FC236}">
                <a16:creationId xmlns:a16="http://schemas.microsoft.com/office/drawing/2014/main" id="{98FE6561-1672-FC5F-9AC2-39EFB39D35B3}"/>
              </a:ext>
            </a:extLst>
          </p:cNvPr>
          <p:cNvSpPr/>
          <p:nvPr/>
        </p:nvSpPr>
        <p:spPr>
          <a:xfrm>
            <a:off x="741127" y="2078412"/>
            <a:ext cx="2316028" cy="360255"/>
          </a:xfrm>
          <a:prstGeom prst="roundRect">
            <a:avLst>
              <a:gd name="adj" fmla="val 114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/>
            <a:r>
              <a:rPr lang="en-US" altLang="ko-KR" sz="12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DFN (</a:t>
            </a:r>
            <a:r>
              <a:rPr lang="en-US" altLang="ko-KR" sz="1200" b="1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doyle</a:t>
            </a:r>
            <a:r>
              <a:rPr lang="en-US" altLang="ko-KR" sz="12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-fuller-</a:t>
            </a:r>
            <a:r>
              <a:rPr lang="en-US" altLang="ko-KR" sz="1200" b="1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newman</a:t>
            </a:r>
            <a:r>
              <a:rPr lang="en-US" altLang="ko-KR" sz="12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 </a:t>
            </a:r>
            <a:r>
              <a:rPr lang="ko-KR" altLang="en-US" sz="12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배터리 모델</a:t>
            </a:r>
            <a:endParaRPr lang="en-US" altLang="ko-KR" sz="1200" b="1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9555ACB-B769-6963-E9B9-E4FDE1362E1C}"/>
              </a:ext>
            </a:extLst>
          </p:cNvPr>
          <p:cNvSpPr txBox="1"/>
          <p:nvPr/>
        </p:nvSpPr>
        <p:spPr>
          <a:xfrm>
            <a:off x="741126" y="2477945"/>
            <a:ext cx="2316028" cy="2665586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75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just">
              <a:lnSpc>
                <a:spcPct val="150000"/>
              </a:lnSpc>
            </a:pPr>
            <a:endParaRPr lang="en-US" sz="10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39" name="그림 38">
            <a:extLst>
              <a:ext uri="{FF2B5EF4-FFF2-40B4-BE49-F238E27FC236}">
                <a16:creationId xmlns:a16="http://schemas.microsoft.com/office/drawing/2014/main" id="{AEC2BE42-5FC6-27C9-6BD2-332EAAC1DA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248" y="2579817"/>
            <a:ext cx="2016708" cy="894831"/>
          </a:xfrm>
          <a:prstGeom prst="rect">
            <a:avLst/>
          </a:prstGeom>
        </p:spPr>
      </p:pic>
      <p:sp>
        <p:nvSpPr>
          <p:cNvPr id="63" name="TextBox 62">
            <a:extLst>
              <a:ext uri="{FF2B5EF4-FFF2-40B4-BE49-F238E27FC236}">
                <a16:creationId xmlns:a16="http://schemas.microsoft.com/office/drawing/2014/main" id="{6DA02B30-8453-6106-D0F4-26650AB36F5D}"/>
              </a:ext>
            </a:extLst>
          </p:cNvPr>
          <p:cNvSpPr txBox="1"/>
          <p:nvPr/>
        </p:nvSpPr>
        <p:spPr>
          <a:xfrm>
            <a:off x="890078" y="3758535"/>
            <a:ext cx="1955571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buAutoNum type="arabicPeriod"/>
            </a:pPr>
            <a:r>
              <a:rPr lang="ko-KR" altLang="en-US" sz="105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입자 내부 리튬 확산</a:t>
            </a:r>
            <a:endParaRPr lang="en-US" altLang="ko-KR" sz="1050" b="1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28600" indent="-228600">
              <a:buAutoNum type="arabicPeriod"/>
            </a:pPr>
            <a:r>
              <a:rPr lang="ko-KR" altLang="en-US" sz="105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전해질 농도</a:t>
            </a:r>
            <a:endParaRPr lang="en-US" altLang="ko-KR" sz="1050" b="1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28600" indent="-228600">
              <a:buAutoNum type="arabicPeriod"/>
            </a:pPr>
            <a:r>
              <a:rPr lang="ko-KR" altLang="en-US" sz="105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전위 식</a:t>
            </a:r>
            <a:endParaRPr lang="en-US" altLang="ko-KR" sz="105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28600" indent="-228600">
              <a:buAutoNum type="arabicPeriod"/>
            </a:pPr>
            <a:r>
              <a:rPr lang="ko-KR" altLang="en-US" sz="105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반응 전류 밀도 식</a:t>
            </a:r>
            <a:endParaRPr lang="en-US" altLang="ko-KR" sz="1050" b="1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28600" indent="-228600">
              <a:buAutoNum type="arabicPeriod"/>
            </a:pPr>
            <a:r>
              <a:rPr lang="ko-KR" altLang="en-US" sz="105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전극 평형 전압 식</a:t>
            </a:r>
            <a:endParaRPr lang="en-US" altLang="ko-KR" sz="105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28600" indent="-228600">
              <a:buAutoNum type="arabicPeriod"/>
            </a:pPr>
            <a:r>
              <a:rPr lang="ko-KR" altLang="en-US" sz="105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셀 종단 전압</a:t>
            </a:r>
            <a:endParaRPr lang="en-US" altLang="ko-KR" sz="105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28600" indent="-228600">
              <a:buAutoNum type="arabicPeriod"/>
            </a:pPr>
            <a:r>
              <a:rPr lang="ko-KR" altLang="en-US" sz="105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셀 발열</a:t>
            </a:r>
            <a:endParaRPr lang="en-US" altLang="ko-KR" sz="1050" b="1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28600" indent="-228600">
              <a:buAutoNum type="arabicPeriod"/>
            </a:pPr>
            <a:r>
              <a:rPr lang="en-US" altLang="ko-KR" sz="105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SEI degradation </a:t>
            </a:r>
            <a:r>
              <a:rPr lang="ko-KR" altLang="en-US" sz="105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식</a:t>
            </a:r>
            <a:r>
              <a:rPr lang="ko-KR" altLang="en-US" sz="105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endParaRPr lang="en-US" altLang="ko-KR" sz="1050" b="1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6716C54D-1379-DD0F-DD1A-4612B10FCAAE}"/>
              </a:ext>
            </a:extLst>
          </p:cNvPr>
          <p:cNvSpPr txBox="1"/>
          <p:nvPr/>
        </p:nvSpPr>
        <p:spPr>
          <a:xfrm>
            <a:off x="866281" y="3482074"/>
            <a:ext cx="190161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배터리 </a:t>
            </a:r>
            <a:r>
              <a:rPr lang="en-US" altLang="ko-KR" sz="11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cell </a:t>
            </a:r>
            <a:r>
              <a:rPr lang="en-US" altLang="ko-KR" sz="11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PDE equations</a:t>
            </a:r>
          </a:p>
        </p:txBody>
      </p:sp>
      <p:sp>
        <p:nvSpPr>
          <p:cNvPr id="66" name="모서리가 둥근 직사각형 145">
            <a:extLst>
              <a:ext uri="{FF2B5EF4-FFF2-40B4-BE49-F238E27FC236}">
                <a16:creationId xmlns:a16="http://schemas.microsoft.com/office/drawing/2014/main" id="{823B9B0F-3AB3-0B41-B6EA-26457C607831}"/>
              </a:ext>
            </a:extLst>
          </p:cNvPr>
          <p:cNvSpPr/>
          <p:nvPr/>
        </p:nvSpPr>
        <p:spPr>
          <a:xfrm>
            <a:off x="3816030" y="2078412"/>
            <a:ext cx="2267990" cy="360255"/>
          </a:xfrm>
          <a:prstGeom prst="roundRect">
            <a:avLst>
              <a:gd name="adj" fmla="val 114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/>
            <a:r>
              <a:rPr lang="en-US" altLang="ko-KR" sz="1200" b="1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PyBamm</a:t>
            </a:r>
            <a:r>
              <a:rPr lang="en-US" altLang="ko-KR" sz="12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+ </a:t>
            </a:r>
            <a:r>
              <a:rPr lang="en-US" altLang="ko-KR" sz="1200" b="1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CaADi</a:t>
            </a:r>
            <a:r>
              <a:rPr lang="en-US" altLang="ko-KR" sz="12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2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기반 시뮬레이터 </a:t>
            </a:r>
            <a:endParaRPr lang="en-US" altLang="ko-KR" sz="1200" b="1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0" name="오른쪽 화살표 2">
            <a:extLst>
              <a:ext uri="{FF2B5EF4-FFF2-40B4-BE49-F238E27FC236}">
                <a16:creationId xmlns:a16="http://schemas.microsoft.com/office/drawing/2014/main" id="{0BDBFB8E-EA26-057E-DDCD-E7DBCD0C95BE}"/>
              </a:ext>
            </a:extLst>
          </p:cNvPr>
          <p:cNvSpPr/>
          <p:nvPr/>
        </p:nvSpPr>
        <p:spPr>
          <a:xfrm>
            <a:off x="3311548" y="3104472"/>
            <a:ext cx="282388" cy="1312915"/>
          </a:xfrm>
          <a:prstGeom prst="rightArrow">
            <a:avLst>
              <a:gd name="adj1" fmla="val 50000"/>
              <a:gd name="adj2" fmla="val 100000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0BBA962B-4FB9-B33A-91C4-BA4F996EE7A1}"/>
              </a:ext>
            </a:extLst>
          </p:cNvPr>
          <p:cNvSpPr txBox="1"/>
          <p:nvPr/>
        </p:nvSpPr>
        <p:spPr>
          <a:xfrm>
            <a:off x="4349295" y="2533206"/>
            <a:ext cx="128555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1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배터리 모델링</a:t>
            </a:r>
            <a:endParaRPr lang="en-US" altLang="ko-KR" sz="1100" b="1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50E12C61-2355-5E39-EDC3-8A9A4A04BF28}"/>
              </a:ext>
            </a:extLst>
          </p:cNvPr>
          <p:cNvSpPr txBox="1"/>
          <p:nvPr/>
        </p:nvSpPr>
        <p:spPr>
          <a:xfrm>
            <a:off x="3813492" y="4028070"/>
            <a:ext cx="2270528" cy="1094101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75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just">
              <a:lnSpc>
                <a:spcPct val="150000"/>
              </a:lnSpc>
            </a:pPr>
            <a:endParaRPr lang="en-US" sz="10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61" name="그림 60">
            <a:extLst>
              <a:ext uri="{FF2B5EF4-FFF2-40B4-BE49-F238E27FC236}">
                <a16:creationId xmlns:a16="http://schemas.microsoft.com/office/drawing/2014/main" id="{D3E3C585-BDDF-6E1D-8937-BFBBAFF6CA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53033" y="4393353"/>
            <a:ext cx="1952845" cy="535655"/>
          </a:xfrm>
          <a:prstGeom prst="rect">
            <a:avLst/>
          </a:prstGeom>
        </p:spPr>
      </p:pic>
      <p:sp>
        <p:nvSpPr>
          <p:cNvPr id="84" name="TextBox 83">
            <a:extLst>
              <a:ext uri="{FF2B5EF4-FFF2-40B4-BE49-F238E27FC236}">
                <a16:creationId xmlns:a16="http://schemas.microsoft.com/office/drawing/2014/main" id="{8679445E-EE7E-DFD3-8F4F-5B71AD3DADF2}"/>
              </a:ext>
            </a:extLst>
          </p:cNvPr>
          <p:cNvSpPr txBox="1"/>
          <p:nvPr/>
        </p:nvSpPr>
        <p:spPr>
          <a:xfrm>
            <a:off x="4349295" y="4062489"/>
            <a:ext cx="128555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1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Solver</a:t>
            </a:r>
          </a:p>
        </p:txBody>
      </p:sp>
      <p:cxnSp>
        <p:nvCxnSpPr>
          <p:cNvPr id="92" name="직선 화살표 연결선 91">
            <a:extLst>
              <a:ext uri="{FF2B5EF4-FFF2-40B4-BE49-F238E27FC236}">
                <a16:creationId xmlns:a16="http://schemas.microsoft.com/office/drawing/2014/main" id="{9B9464AD-4294-2E44-3FCA-275519B1BF7A}"/>
              </a:ext>
            </a:extLst>
          </p:cNvPr>
          <p:cNvCxnSpPr>
            <a:cxnSpLocks/>
            <a:stCxn id="83" idx="0"/>
            <a:endCxn id="48" idx="2"/>
          </p:cNvCxnSpPr>
          <p:nvPr/>
        </p:nvCxnSpPr>
        <p:spPr>
          <a:xfrm flipV="1">
            <a:off x="4948756" y="3790858"/>
            <a:ext cx="0" cy="23721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97" name="그룹 96">
            <a:extLst>
              <a:ext uri="{FF2B5EF4-FFF2-40B4-BE49-F238E27FC236}">
                <a16:creationId xmlns:a16="http://schemas.microsoft.com/office/drawing/2014/main" id="{8282714C-B00A-5DC3-F917-36BABA612A08}"/>
              </a:ext>
            </a:extLst>
          </p:cNvPr>
          <p:cNvGrpSpPr/>
          <p:nvPr/>
        </p:nvGrpSpPr>
        <p:grpSpPr>
          <a:xfrm>
            <a:off x="6883956" y="3085612"/>
            <a:ext cx="4588462" cy="1410492"/>
            <a:chOff x="6845891" y="3025853"/>
            <a:chExt cx="4588462" cy="1410492"/>
          </a:xfrm>
        </p:grpSpPr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367347B5-3249-4216-F995-9162C9C4C827}"/>
                </a:ext>
              </a:extLst>
            </p:cNvPr>
            <p:cNvSpPr txBox="1"/>
            <p:nvPr/>
          </p:nvSpPr>
          <p:spPr>
            <a:xfrm>
              <a:off x="6854600" y="3296234"/>
              <a:ext cx="4579753" cy="1131563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bg1">
                  <a:lumMod val="75000"/>
                </a:schemeClr>
              </a:solidFill>
            </a:ln>
          </p:spPr>
          <p:txBody>
            <a:bodyPr wrap="square" rtlCol="0" anchor="ctr">
              <a:noAutofit/>
            </a:bodyPr>
            <a:lstStyle/>
            <a:p>
              <a:pPr algn="just">
                <a:lnSpc>
                  <a:spcPct val="150000"/>
                </a:lnSpc>
              </a:pPr>
              <a:endParaRPr lang="en-US" sz="1000" b="1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D105EFA9-1E46-0ACC-72C0-0FA202571A46}"/>
                </a:ext>
              </a:extLst>
            </p:cNvPr>
            <p:cNvSpPr txBox="1"/>
            <p:nvPr/>
          </p:nvSpPr>
          <p:spPr>
            <a:xfrm>
              <a:off x="6913821" y="3271731"/>
              <a:ext cx="4431682" cy="116461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ko-KR" sz="1200" b="1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SEI</a:t>
              </a:r>
              <a:r>
                <a:rPr lang="ko-KR" altLang="en-US" sz="1200" b="1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성장 </a:t>
              </a:r>
              <a:r>
                <a:rPr lang="en-US" altLang="ko-KR" sz="1200" b="1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sym typeface="Wingdings" panose="05000000000000000000" pitchFamily="2" charset="2"/>
                </a:rPr>
                <a:t> </a:t>
              </a:r>
              <a:r>
                <a:rPr lang="ko-KR" altLang="en-US" sz="1200" b="1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sym typeface="Wingdings" panose="05000000000000000000" pitchFamily="2" charset="2"/>
                </a:rPr>
                <a:t>용량 감소</a:t>
              </a:r>
              <a:r>
                <a:rPr lang="en-US" altLang="ko-KR" sz="1200" b="1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sym typeface="Wingdings" panose="05000000000000000000" pitchFamily="2" charset="2"/>
                </a:rPr>
                <a:t>+ </a:t>
              </a:r>
              <a:r>
                <a:rPr lang="ko-KR" altLang="en-US" sz="1200" b="1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sym typeface="Wingdings" panose="05000000000000000000" pitchFamily="2" charset="2"/>
                </a:rPr>
                <a:t>저항 증가</a:t>
              </a:r>
              <a:endParaRPr lang="en-US" altLang="ko-KR" sz="12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endParaRPr>
            </a:p>
            <a:p>
              <a:pPr>
                <a:lnSpc>
                  <a:spcPct val="150000"/>
                </a:lnSpc>
              </a:pPr>
              <a:r>
                <a:rPr lang="en-US" altLang="ko-KR" sz="1200" b="1" dirty="0">
                  <a:latin typeface="맑은 고딕" panose="020B0503020000020004" pitchFamily="50" charset="-127"/>
                  <a:ea typeface="맑은 고딕" panose="020B0503020000020004" pitchFamily="50" charset="-127"/>
                  <a:sym typeface="Wingdings" panose="05000000000000000000" pitchFamily="2" charset="2"/>
                </a:rPr>
                <a:t>SEI</a:t>
              </a:r>
              <a:r>
                <a:rPr lang="ko-KR" altLang="en-US" sz="1200" b="1" dirty="0">
                  <a:latin typeface="맑은 고딕" panose="020B0503020000020004" pitchFamily="50" charset="-127"/>
                  <a:ea typeface="맑은 고딕" panose="020B0503020000020004" pitchFamily="50" charset="-127"/>
                  <a:sym typeface="Wingdings" panose="05000000000000000000" pitchFamily="2" charset="2"/>
                </a:rPr>
                <a:t>로 인한 </a:t>
              </a:r>
              <a:r>
                <a:rPr lang="en-US" altLang="ko-KR" sz="1200" b="1" dirty="0">
                  <a:latin typeface="맑은 고딕" panose="020B0503020000020004" pitchFamily="50" charset="-127"/>
                  <a:ea typeface="맑은 고딕" panose="020B0503020000020004" pitchFamily="50" charset="-127"/>
                  <a:sym typeface="Wingdings" panose="05000000000000000000" pitchFamily="2" charset="2"/>
                </a:rPr>
                <a:t>capacity fade</a:t>
              </a:r>
            </a:p>
            <a:p>
              <a:pPr>
                <a:lnSpc>
                  <a:spcPct val="150000"/>
                </a:lnSpc>
              </a:pPr>
              <a:r>
                <a:rPr lang="ko-KR" altLang="en-US" sz="1200" b="1" dirty="0">
                  <a:latin typeface="맑은 고딕" panose="020B0503020000020004" pitchFamily="50" charset="-127"/>
                  <a:ea typeface="맑은 고딕" panose="020B0503020000020004" pitchFamily="50" charset="-127"/>
                  <a:sym typeface="Wingdings" panose="05000000000000000000" pitchFamily="2" charset="2"/>
                </a:rPr>
                <a:t>저항 증가로 인한 </a:t>
              </a:r>
              <a:r>
                <a:rPr lang="en-US" altLang="ko-KR" sz="1200" b="1" dirty="0">
                  <a:latin typeface="맑은 고딕" panose="020B0503020000020004" pitchFamily="50" charset="-127"/>
                  <a:ea typeface="맑은 고딕" panose="020B0503020000020004" pitchFamily="50" charset="-127"/>
                  <a:sym typeface="Wingdings" panose="05000000000000000000" pitchFamily="2" charset="2"/>
                </a:rPr>
                <a:t>power fade</a:t>
              </a:r>
            </a:p>
            <a:p>
              <a:pPr>
                <a:lnSpc>
                  <a:spcPct val="150000"/>
                </a:lnSpc>
              </a:pPr>
              <a:r>
                <a:rPr lang="en-US" altLang="ko-KR" sz="1200" b="1" dirty="0">
                  <a:latin typeface="맑은 고딕" panose="020B0503020000020004" pitchFamily="50" charset="-127"/>
                  <a:ea typeface="맑은 고딕" panose="020B0503020000020004" pitchFamily="50" charset="-127"/>
                  <a:sym typeface="Wingdings" panose="05000000000000000000" pitchFamily="2" charset="2"/>
                </a:rPr>
                <a:t>OCV, </a:t>
              </a:r>
              <a:r>
                <a:rPr lang="ko-KR" altLang="en-US" sz="1200" b="1" dirty="0">
                  <a:solidFill>
                    <a:srgbClr val="0432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sym typeface="Wingdings" panose="05000000000000000000" pitchFamily="2" charset="2"/>
                </a:rPr>
                <a:t>내부저항</a:t>
              </a:r>
              <a:r>
                <a:rPr lang="en-US" altLang="ko-KR" sz="1200" b="1" dirty="0">
                  <a:latin typeface="맑은 고딕" panose="020B0503020000020004" pitchFamily="50" charset="-127"/>
                  <a:ea typeface="맑은 고딕" panose="020B0503020000020004" pitchFamily="50" charset="-127"/>
                  <a:sym typeface="Wingdings" panose="05000000000000000000" pitchFamily="2" charset="2"/>
                </a:rPr>
                <a:t>, </a:t>
              </a:r>
              <a:r>
                <a:rPr lang="ko-KR" altLang="en-US" sz="1200" b="1" dirty="0">
                  <a:latin typeface="맑은 고딕" panose="020B0503020000020004" pitchFamily="50" charset="-127"/>
                  <a:ea typeface="맑은 고딕" panose="020B0503020000020004" pitchFamily="50" charset="-127"/>
                  <a:sym typeface="Wingdings" panose="05000000000000000000" pitchFamily="2" charset="2"/>
                </a:rPr>
                <a:t>발열량</a:t>
              </a:r>
              <a:r>
                <a:rPr lang="en-US" altLang="ko-KR" sz="1200" b="1" dirty="0">
                  <a:latin typeface="맑은 고딕" panose="020B0503020000020004" pitchFamily="50" charset="-127"/>
                  <a:ea typeface="맑은 고딕" panose="020B0503020000020004" pitchFamily="50" charset="-127"/>
                  <a:sym typeface="Wingdings" panose="05000000000000000000" pitchFamily="2" charset="2"/>
                </a:rPr>
                <a:t>, terminal voltage, </a:t>
              </a:r>
              <a:r>
                <a:rPr lang="ko-KR" altLang="en-US" sz="1200" b="1" dirty="0">
                  <a:solidFill>
                    <a:srgbClr val="0432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sym typeface="Wingdings" panose="05000000000000000000" pitchFamily="2" charset="2"/>
                </a:rPr>
                <a:t>양</a:t>
              </a:r>
              <a:r>
                <a:rPr lang="en-US" altLang="ko-KR" sz="1200" b="1" dirty="0">
                  <a:solidFill>
                    <a:srgbClr val="0432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sym typeface="Wingdings" panose="05000000000000000000" pitchFamily="2" charset="2"/>
                </a:rPr>
                <a:t>,</a:t>
              </a:r>
              <a:r>
                <a:rPr lang="ko-KR" altLang="en-US" sz="1200" b="1" dirty="0">
                  <a:solidFill>
                    <a:srgbClr val="0432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sym typeface="Wingdings" panose="05000000000000000000" pitchFamily="2" charset="2"/>
                </a:rPr>
                <a:t>음극 리튬 농도</a:t>
              </a:r>
              <a:endParaRPr lang="en-US" altLang="ko-KR" sz="1200" b="1" dirty="0">
                <a:solidFill>
                  <a:srgbClr val="0432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endParaRPr>
            </a:p>
          </p:txBody>
        </p:sp>
        <p:sp>
          <p:nvSpPr>
            <p:cNvPr id="96" name="모서리가 둥근 직사각형 145">
              <a:extLst>
                <a:ext uri="{FF2B5EF4-FFF2-40B4-BE49-F238E27FC236}">
                  <a16:creationId xmlns:a16="http://schemas.microsoft.com/office/drawing/2014/main" id="{07633806-5CE6-8A49-1AD2-3AA83EC0A20A}"/>
                </a:ext>
              </a:extLst>
            </p:cNvPr>
            <p:cNvSpPr/>
            <p:nvPr/>
          </p:nvSpPr>
          <p:spPr>
            <a:xfrm>
              <a:off x="6845891" y="3025853"/>
              <a:ext cx="4579753" cy="234512"/>
            </a:xfrm>
            <a:prstGeom prst="roundRect">
              <a:avLst>
                <a:gd name="adj" fmla="val 1142"/>
              </a:avLst>
            </a:prstGeom>
            <a:solidFill>
              <a:schemeClr val="bg1">
                <a:lumMod val="95000"/>
              </a:schemeClr>
            </a:solidFill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/>
            <a:lstStyle/>
            <a:p>
              <a:pPr algn="ctr"/>
              <a:r>
                <a:rPr lang="ko-KR" altLang="en-US" sz="1200" b="1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배터리 열화 및 노화에 의한 출력 정보</a:t>
              </a:r>
              <a:endParaRPr lang="en-US" altLang="ko-KR" sz="12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100" name="오른쪽 화살표 2">
            <a:extLst>
              <a:ext uri="{FF2B5EF4-FFF2-40B4-BE49-F238E27FC236}">
                <a16:creationId xmlns:a16="http://schemas.microsoft.com/office/drawing/2014/main" id="{98782CE8-EC6C-05FA-4983-B7672694DB7B}"/>
              </a:ext>
            </a:extLst>
          </p:cNvPr>
          <p:cNvSpPr/>
          <p:nvPr/>
        </p:nvSpPr>
        <p:spPr>
          <a:xfrm>
            <a:off x="6334299" y="3104472"/>
            <a:ext cx="282388" cy="1312915"/>
          </a:xfrm>
          <a:prstGeom prst="rightArrow">
            <a:avLst>
              <a:gd name="adj1" fmla="val 50000"/>
              <a:gd name="adj2" fmla="val 100000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664A970E-178A-7F8B-D55A-2DF77F2E8811}"/>
              </a:ext>
            </a:extLst>
          </p:cNvPr>
          <p:cNvSpPr txBox="1"/>
          <p:nvPr/>
        </p:nvSpPr>
        <p:spPr>
          <a:xfrm>
            <a:off x="1187940" y="5158381"/>
            <a:ext cx="194636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SEI: Solid Electrolyte Interphase</a:t>
            </a:r>
            <a:endParaRPr lang="ko-KR" altLang="en-US" sz="1000" dirty="0"/>
          </a:p>
        </p:txBody>
      </p:sp>
    </p:spTree>
    <p:extLst>
      <p:ext uri="{BB962C8B-B14F-4D97-AF65-F5344CB8AC3E}">
        <p14:creationId xmlns:p14="http://schemas.microsoft.com/office/powerpoint/2010/main" val="42115605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785D4902-24D6-5878-E3C7-A464CC67511C}"/>
              </a:ext>
            </a:extLst>
          </p:cNvPr>
          <p:cNvSpPr txBox="1"/>
          <p:nvPr/>
        </p:nvSpPr>
        <p:spPr>
          <a:xfrm>
            <a:off x="510863" y="2261307"/>
            <a:ext cx="5244413" cy="3181187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75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just">
              <a:lnSpc>
                <a:spcPct val="150000"/>
              </a:lnSpc>
            </a:pPr>
            <a:endParaRPr lang="en-US" sz="10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54E062B6-3DF8-9843-53DC-9B6AAED918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1071" y="530792"/>
            <a:ext cx="11319127" cy="595284"/>
          </a:xfrm>
        </p:spPr>
        <p:txBody>
          <a:bodyPr/>
          <a:lstStyle/>
          <a:p>
            <a:r>
              <a:rPr lang="en-US" altLang="ko-KR" b="1" dirty="0"/>
              <a:t>1. </a:t>
            </a:r>
            <a:r>
              <a:rPr lang="ko-KR" altLang="en-US" b="1" dirty="0"/>
              <a:t>열화를 고려한 배터리 모델 기반 시뮬레이션 환경 구축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C772709-6B95-4AF2-E1D7-35059EE79EA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41323" y="1137464"/>
            <a:ext cx="11318875" cy="5189744"/>
          </a:xfrm>
        </p:spPr>
        <p:txBody>
          <a:bodyPr/>
          <a:lstStyle/>
          <a:p>
            <a:r>
              <a:rPr lang="ko-KR" altLang="en-US" b="1" dirty="0"/>
              <a:t>배터리 모델 시뮬레이터 </a:t>
            </a:r>
            <a:r>
              <a:rPr lang="ko-KR" altLang="en-US" b="1" dirty="0" err="1"/>
              <a:t>아키텍쳐</a:t>
            </a:r>
            <a:r>
              <a:rPr lang="en-US" altLang="ko-KR" b="1" dirty="0"/>
              <a:t>: </a:t>
            </a:r>
            <a:r>
              <a:rPr lang="en-US" altLang="ko-KR" b="1" dirty="0" err="1"/>
              <a:t>Matlab-pyBamm-casADi</a:t>
            </a:r>
            <a:endParaRPr lang="en-US" altLang="ko-KR" b="1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B6CC68E-4639-B857-AEC4-CCCFF7C5E569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9BD6DDC0-F02B-0249-8F31-065B2676544E}" type="slidenum">
              <a:rPr lang="en-KR" smtClean="0"/>
              <a:pPr/>
              <a:t>7</a:t>
            </a:fld>
            <a:endParaRPr lang="en-KR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925DC3B3-ECD0-84A2-7369-08F73063B5E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5164" y="127002"/>
            <a:ext cx="11470605" cy="273100"/>
          </a:xfrm>
        </p:spPr>
        <p:txBody>
          <a:bodyPr/>
          <a:lstStyle/>
          <a:p>
            <a:r>
              <a:rPr lang="en-US" altLang="ko-KR" sz="1600" b="1" dirty="0"/>
              <a:t>2. </a:t>
            </a:r>
            <a:r>
              <a:rPr lang="ko-KR" altLang="en-US" sz="1600" b="1" dirty="0"/>
              <a:t>연구 진행 현황</a:t>
            </a:r>
            <a:endParaRPr lang="en-US" altLang="ko-KR" sz="1600" b="1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9827BE0D-BE1F-9C35-DC61-C70E65CE48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592" y="2556654"/>
            <a:ext cx="4857749" cy="2808208"/>
          </a:xfrm>
          <a:prstGeom prst="rect">
            <a:avLst/>
          </a:prstGeom>
        </p:spPr>
      </p:pic>
      <p:sp>
        <p:nvSpPr>
          <p:cNvPr id="8" name="모서리가 둥근 직사각형 145">
            <a:extLst>
              <a:ext uri="{FF2B5EF4-FFF2-40B4-BE49-F238E27FC236}">
                <a16:creationId xmlns:a16="http://schemas.microsoft.com/office/drawing/2014/main" id="{28243433-DCBE-633A-28E1-D0FB3CD35B7A}"/>
              </a:ext>
            </a:extLst>
          </p:cNvPr>
          <p:cNvSpPr/>
          <p:nvPr/>
        </p:nvSpPr>
        <p:spPr>
          <a:xfrm>
            <a:off x="510863" y="1965960"/>
            <a:ext cx="5244413" cy="234512"/>
          </a:xfrm>
          <a:prstGeom prst="roundRect">
            <a:avLst>
              <a:gd name="adj" fmla="val 114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/>
            <a:r>
              <a:rPr lang="en-US" altLang="ko-KR" sz="12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Simulink - </a:t>
            </a:r>
            <a:r>
              <a:rPr lang="ko-KR" altLang="en-US" sz="12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배터리 </a:t>
            </a:r>
            <a:r>
              <a:rPr lang="en-US" altLang="ko-KR" sz="12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cell </a:t>
            </a:r>
            <a:r>
              <a:rPr lang="ko-KR" altLang="en-US" sz="12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모델 </a:t>
            </a:r>
            <a:r>
              <a:rPr lang="en-US" altLang="ko-KR" sz="12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(2s1p)</a:t>
            </a:r>
            <a:r>
              <a:rPr lang="ko-KR" altLang="en-US" sz="12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endParaRPr lang="en-US" altLang="ko-KR" sz="1200" b="1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CDF347A6-E256-E5DD-E9E6-0C2672D283E1}"/>
              </a:ext>
            </a:extLst>
          </p:cNvPr>
          <p:cNvSpPr/>
          <p:nvPr/>
        </p:nvSpPr>
        <p:spPr>
          <a:xfrm>
            <a:off x="4100912" y="4413827"/>
            <a:ext cx="218243" cy="25861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415C5E85-D0FE-67F8-25E4-D09F4ED905CA}"/>
              </a:ext>
            </a:extLst>
          </p:cNvPr>
          <p:cNvSpPr/>
          <p:nvPr/>
        </p:nvSpPr>
        <p:spPr>
          <a:xfrm>
            <a:off x="1861093" y="4547754"/>
            <a:ext cx="1294280" cy="743528"/>
          </a:xfrm>
          <a:prstGeom prst="rect">
            <a:avLst/>
          </a:prstGeom>
          <a:noFill/>
          <a:ln>
            <a:solidFill>
              <a:srgbClr val="0432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FE91F70-6C1C-9B72-2F5B-55A46CBC9DD7}"/>
              </a:ext>
            </a:extLst>
          </p:cNvPr>
          <p:cNvSpPr txBox="1"/>
          <p:nvPr/>
        </p:nvSpPr>
        <p:spPr>
          <a:xfrm>
            <a:off x="1558885" y="4008457"/>
            <a:ext cx="1898696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배터리 </a:t>
            </a:r>
            <a:r>
              <a:rPr lang="en-US" altLang="ko-KR" sz="1200" dirty="0"/>
              <a:t>cell </a:t>
            </a:r>
            <a:r>
              <a:rPr lang="ko-KR" altLang="en-US" sz="1200" dirty="0"/>
              <a:t>충전을 위한 </a:t>
            </a:r>
            <a:endParaRPr lang="en-US" altLang="ko-KR" sz="1200" dirty="0"/>
          </a:p>
          <a:p>
            <a:r>
              <a:rPr lang="ko-KR" altLang="en-US" sz="1200" dirty="0"/>
              <a:t>전류 충</a:t>
            </a:r>
            <a:r>
              <a:rPr lang="en-US" altLang="ko-KR" sz="1200" dirty="0"/>
              <a:t>,</a:t>
            </a:r>
            <a:r>
              <a:rPr lang="ko-KR" altLang="en-US" sz="1200" dirty="0"/>
              <a:t>방전 사이클 </a:t>
            </a:r>
            <a:r>
              <a:rPr lang="en-US" altLang="ko-KR" sz="1200" dirty="0"/>
              <a:t>(2C)</a:t>
            </a:r>
            <a:r>
              <a:rPr lang="ko-KR" altLang="en-US" sz="1200" dirty="0"/>
              <a:t>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666ED87-16CB-1368-34E0-E14CA41BCD6E}"/>
              </a:ext>
            </a:extLst>
          </p:cNvPr>
          <p:cNvSpPr txBox="1"/>
          <p:nvPr/>
        </p:nvSpPr>
        <p:spPr>
          <a:xfrm>
            <a:off x="4409745" y="4404636"/>
            <a:ext cx="933666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배터리 </a:t>
            </a:r>
            <a:r>
              <a:rPr lang="en-US" altLang="ko-KR" sz="1200" dirty="0"/>
              <a:t>cell</a:t>
            </a:r>
            <a:endParaRPr lang="ko-KR" altLang="en-US" sz="1200" dirty="0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8B717437-5026-E7BF-0DA3-1AB6328BE642}"/>
              </a:ext>
            </a:extLst>
          </p:cNvPr>
          <p:cNvSpPr/>
          <p:nvPr/>
        </p:nvSpPr>
        <p:spPr>
          <a:xfrm>
            <a:off x="4094922" y="3148349"/>
            <a:ext cx="218243" cy="25861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A4BE5966-A622-3F65-0BAA-66B33E0032F9}"/>
              </a:ext>
            </a:extLst>
          </p:cNvPr>
          <p:cNvCxnSpPr>
            <a:cxnSpLocks/>
          </p:cNvCxnSpPr>
          <p:nvPr/>
        </p:nvCxnSpPr>
        <p:spPr>
          <a:xfrm flipV="1">
            <a:off x="4328160" y="2271818"/>
            <a:ext cx="1703845" cy="895562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2CEFE7DB-7508-1C74-48F2-0552CF856FD2}"/>
              </a:ext>
            </a:extLst>
          </p:cNvPr>
          <p:cNvCxnSpPr>
            <a:cxnSpLocks/>
          </p:cNvCxnSpPr>
          <p:nvPr/>
        </p:nvCxnSpPr>
        <p:spPr>
          <a:xfrm>
            <a:off x="4305300" y="3417310"/>
            <a:ext cx="1745612" cy="104920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42" name="그룹 41">
            <a:extLst>
              <a:ext uri="{FF2B5EF4-FFF2-40B4-BE49-F238E27FC236}">
                <a16:creationId xmlns:a16="http://schemas.microsoft.com/office/drawing/2014/main" id="{1947A044-B61F-C8FB-6A3B-E331947FDBB6}"/>
              </a:ext>
            </a:extLst>
          </p:cNvPr>
          <p:cNvGrpSpPr/>
          <p:nvPr/>
        </p:nvGrpSpPr>
        <p:grpSpPr>
          <a:xfrm>
            <a:off x="6032005" y="2271818"/>
            <a:ext cx="4170570" cy="2194692"/>
            <a:chOff x="6322427" y="2312653"/>
            <a:chExt cx="4170570" cy="2194692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4C5D8888-35F4-0560-E602-E1D19015C7CA}"/>
                </a:ext>
              </a:extLst>
            </p:cNvPr>
            <p:cNvSpPr txBox="1"/>
            <p:nvPr/>
          </p:nvSpPr>
          <p:spPr>
            <a:xfrm>
              <a:off x="6322427" y="2312653"/>
              <a:ext cx="4170570" cy="2194692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bg1">
                  <a:lumMod val="75000"/>
                </a:schemeClr>
              </a:solidFill>
              <a:prstDash val="sysDash"/>
            </a:ln>
          </p:spPr>
          <p:txBody>
            <a:bodyPr wrap="square" rtlCol="0" anchor="ctr">
              <a:noAutofit/>
            </a:bodyPr>
            <a:lstStyle/>
            <a:p>
              <a:pPr algn="just">
                <a:lnSpc>
                  <a:spcPct val="150000"/>
                </a:lnSpc>
              </a:pPr>
              <a:endParaRPr lang="en-US" sz="1000" b="1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grpSp>
          <p:nvGrpSpPr>
            <p:cNvPr id="38" name="그룹 37">
              <a:extLst>
                <a:ext uri="{FF2B5EF4-FFF2-40B4-BE49-F238E27FC236}">
                  <a16:creationId xmlns:a16="http://schemas.microsoft.com/office/drawing/2014/main" id="{05696E0E-DFE3-8911-9E05-504378E40DAD}"/>
                </a:ext>
              </a:extLst>
            </p:cNvPr>
            <p:cNvGrpSpPr/>
            <p:nvPr/>
          </p:nvGrpSpPr>
          <p:grpSpPr>
            <a:xfrm>
              <a:off x="6604066" y="2331576"/>
              <a:ext cx="3888931" cy="2072161"/>
              <a:chOff x="6705180" y="2227968"/>
              <a:chExt cx="4277824" cy="2279377"/>
            </a:xfrm>
          </p:grpSpPr>
          <p:pic>
            <p:nvPicPr>
              <p:cNvPr id="17" name="그림 16">
                <a:extLst>
                  <a:ext uri="{FF2B5EF4-FFF2-40B4-BE49-F238E27FC236}">
                    <a16:creationId xmlns:a16="http://schemas.microsoft.com/office/drawing/2014/main" id="{A2002D92-6CFE-FCA8-121C-355600D7D27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705180" y="2227968"/>
                <a:ext cx="4277824" cy="2279377"/>
              </a:xfrm>
              <a:prstGeom prst="rect">
                <a:avLst/>
              </a:prstGeom>
            </p:spPr>
          </p:pic>
          <p:sp>
            <p:nvSpPr>
              <p:cNvPr id="26" name="직사각형 25">
                <a:extLst>
                  <a:ext uri="{FF2B5EF4-FFF2-40B4-BE49-F238E27FC236}">
                    <a16:creationId xmlns:a16="http://schemas.microsoft.com/office/drawing/2014/main" id="{4FB14D0F-7CC1-A131-3018-EE96C437EA7E}"/>
                  </a:ext>
                </a:extLst>
              </p:cNvPr>
              <p:cNvSpPr/>
              <p:nvPr/>
            </p:nvSpPr>
            <p:spPr>
              <a:xfrm>
                <a:off x="7886667" y="2618508"/>
                <a:ext cx="1390682" cy="992910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  <p:grpSp>
        <p:nvGrpSpPr>
          <p:cNvPr id="36" name="그룹 35">
            <a:extLst>
              <a:ext uri="{FF2B5EF4-FFF2-40B4-BE49-F238E27FC236}">
                <a16:creationId xmlns:a16="http://schemas.microsoft.com/office/drawing/2014/main" id="{5FAF1E4B-3BE1-5260-6B4E-0DDF0B5CDFBA}"/>
              </a:ext>
            </a:extLst>
          </p:cNvPr>
          <p:cNvGrpSpPr/>
          <p:nvPr/>
        </p:nvGrpSpPr>
        <p:grpSpPr>
          <a:xfrm>
            <a:off x="6350510" y="4810989"/>
            <a:ext cx="3566904" cy="649429"/>
            <a:chOff x="6824005" y="4516534"/>
            <a:chExt cx="3566904" cy="649429"/>
          </a:xfrm>
        </p:grpSpPr>
        <p:pic>
          <p:nvPicPr>
            <p:cNvPr id="28" name="그림 27">
              <a:extLst>
                <a:ext uri="{FF2B5EF4-FFF2-40B4-BE49-F238E27FC236}">
                  <a16:creationId xmlns:a16="http://schemas.microsoft.com/office/drawing/2014/main" id="{C505D6C7-CF8B-FA6D-3E40-1D0BF74EAC5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885964" y="4560603"/>
              <a:ext cx="1492605" cy="540850"/>
            </a:xfrm>
            <a:prstGeom prst="rect">
              <a:avLst/>
            </a:prstGeom>
          </p:spPr>
        </p:pic>
        <p:pic>
          <p:nvPicPr>
            <p:cNvPr id="29" name="그림 28">
              <a:extLst>
                <a:ext uri="{FF2B5EF4-FFF2-40B4-BE49-F238E27FC236}">
                  <a16:creationId xmlns:a16="http://schemas.microsoft.com/office/drawing/2014/main" id="{0B222CC7-C5C1-EB47-19C4-AB85524CE9A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844092" y="4629806"/>
              <a:ext cx="1467202" cy="402445"/>
            </a:xfrm>
            <a:prstGeom prst="rect">
              <a:avLst/>
            </a:prstGeom>
          </p:spPr>
        </p:pic>
        <p:grpSp>
          <p:nvGrpSpPr>
            <p:cNvPr id="34" name="그룹 33">
              <a:extLst>
                <a:ext uri="{FF2B5EF4-FFF2-40B4-BE49-F238E27FC236}">
                  <a16:creationId xmlns:a16="http://schemas.microsoft.com/office/drawing/2014/main" id="{4CDCC407-AF14-F10A-24D9-D15C129233DF}"/>
                </a:ext>
              </a:extLst>
            </p:cNvPr>
            <p:cNvGrpSpPr/>
            <p:nvPr/>
          </p:nvGrpSpPr>
          <p:grpSpPr>
            <a:xfrm>
              <a:off x="8460178" y="4722022"/>
              <a:ext cx="243659" cy="233286"/>
              <a:chOff x="7213946" y="5497157"/>
              <a:chExt cx="356741" cy="341554"/>
            </a:xfrm>
          </p:grpSpPr>
          <p:cxnSp>
            <p:nvCxnSpPr>
              <p:cNvPr id="31" name="직선 연결선 30">
                <a:extLst>
                  <a:ext uri="{FF2B5EF4-FFF2-40B4-BE49-F238E27FC236}">
                    <a16:creationId xmlns:a16="http://schemas.microsoft.com/office/drawing/2014/main" id="{009F147C-B5BF-DD9F-710B-BFFA3FD012DD}"/>
                  </a:ext>
                </a:extLst>
              </p:cNvPr>
              <p:cNvCxnSpPr/>
              <p:nvPr/>
            </p:nvCxnSpPr>
            <p:spPr>
              <a:xfrm>
                <a:off x="7213946" y="5667934"/>
                <a:ext cx="356741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직선 연결선 31">
                <a:extLst>
                  <a:ext uri="{FF2B5EF4-FFF2-40B4-BE49-F238E27FC236}">
                    <a16:creationId xmlns:a16="http://schemas.microsoft.com/office/drawing/2014/main" id="{11EB9119-B0C0-075A-0C8E-8823400CE01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391125" y="5497157"/>
                <a:ext cx="0" cy="341554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5" name="직사각형 34">
              <a:extLst>
                <a:ext uri="{FF2B5EF4-FFF2-40B4-BE49-F238E27FC236}">
                  <a16:creationId xmlns:a16="http://schemas.microsoft.com/office/drawing/2014/main" id="{B6A32A51-B09B-905B-F965-EE907E198669}"/>
                </a:ext>
              </a:extLst>
            </p:cNvPr>
            <p:cNvSpPr/>
            <p:nvPr/>
          </p:nvSpPr>
          <p:spPr>
            <a:xfrm>
              <a:off x="6824005" y="4516534"/>
              <a:ext cx="3566904" cy="649429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47" name="TextBox 46">
            <a:extLst>
              <a:ext uri="{FF2B5EF4-FFF2-40B4-BE49-F238E27FC236}">
                <a16:creationId xmlns:a16="http://schemas.microsoft.com/office/drawing/2014/main" id="{998086F4-931E-811B-14DB-933C1B7B45BB}"/>
              </a:ext>
            </a:extLst>
          </p:cNvPr>
          <p:cNvSpPr txBox="1"/>
          <p:nvPr/>
        </p:nvSpPr>
        <p:spPr>
          <a:xfrm>
            <a:off x="7586295" y="4429933"/>
            <a:ext cx="933666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/>
              <a:t>Python</a:t>
            </a:r>
            <a:endParaRPr lang="ko-KR" altLang="en-US" sz="1200" b="1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B1E74C69-2DBA-CF02-E9B8-157820EB4190}"/>
              </a:ext>
            </a:extLst>
          </p:cNvPr>
          <p:cNvSpPr txBox="1"/>
          <p:nvPr/>
        </p:nvSpPr>
        <p:spPr>
          <a:xfrm>
            <a:off x="7604767" y="3602347"/>
            <a:ext cx="933666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/>
              <a:t>Simulink</a:t>
            </a:r>
          </a:p>
        </p:txBody>
      </p:sp>
      <p:cxnSp>
        <p:nvCxnSpPr>
          <p:cNvPr id="45" name="직선 화살표 연결선 44">
            <a:extLst>
              <a:ext uri="{FF2B5EF4-FFF2-40B4-BE49-F238E27FC236}">
                <a16:creationId xmlns:a16="http://schemas.microsoft.com/office/drawing/2014/main" id="{5ED97B59-5BF2-4187-76EA-7DC62511486C}"/>
              </a:ext>
            </a:extLst>
          </p:cNvPr>
          <p:cNvCxnSpPr>
            <a:cxnSpLocks/>
          </p:cNvCxnSpPr>
          <p:nvPr/>
        </p:nvCxnSpPr>
        <p:spPr>
          <a:xfrm flipV="1">
            <a:off x="8055844" y="3883995"/>
            <a:ext cx="0" cy="441303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A68B44A0-6519-A19D-4463-1CD6D5E4C70B}"/>
              </a:ext>
            </a:extLst>
          </p:cNvPr>
          <p:cNvSpPr txBox="1"/>
          <p:nvPr/>
        </p:nvSpPr>
        <p:spPr>
          <a:xfrm>
            <a:off x="8107699" y="3978460"/>
            <a:ext cx="544280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/>
              <a:t>API</a:t>
            </a:r>
            <a:endParaRPr lang="ko-KR" altLang="en-US" sz="1200" b="1" dirty="0"/>
          </a:p>
        </p:txBody>
      </p:sp>
      <p:sp>
        <p:nvSpPr>
          <p:cNvPr id="53" name="화살표: 오른쪽 52">
            <a:extLst>
              <a:ext uri="{FF2B5EF4-FFF2-40B4-BE49-F238E27FC236}">
                <a16:creationId xmlns:a16="http://schemas.microsoft.com/office/drawing/2014/main" id="{AF9FDA35-3CBA-06C5-A609-488FEF61DD58}"/>
              </a:ext>
            </a:extLst>
          </p:cNvPr>
          <p:cNvSpPr/>
          <p:nvPr/>
        </p:nvSpPr>
        <p:spPr>
          <a:xfrm>
            <a:off x="8794091" y="2851937"/>
            <a:ext cx="1123323" cy="630886"/>
          </a:xfrm>
          <a:prstGeom prst="rightArrow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CF2DC4C4-D358-6E55-A0F0-04CC01C3AF58}"/>
              </a:ext>
            </a:extLst>
          </p:cNvPr>
          <p:cNvSpPr txBox="1"/>
          <p:nvPr/>
        </p:nvSpPr>
        <p:spPr>
          <a:xfrm>
            <a:off x="9185909" y="2538845"/>
            <a:ext cx="2700367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b="1" dirty="0"/>
              <a:t>OCV(P), </a:t>
            </a:r>
          </a:p>
          <a:p>
            <a:r>
              <a:rPr lang="en-US" altLang="ko-KR" sz="1100" b="1" dirty="0"/>
              <a:t>negative particle surface concentration</a:t>
            </a:r>
          </a:p>
          <a:p>
            <a:r>
              <a:rPr lang="en-US" altLang="ko-KR" sz="1100" b="1" dirty="0"/>
              <a:t>positive particle surface concentration</a:t>
            </a:r>
          </a:p>
          <a:p>
            <a:r>
              <a:rPr lang="en-US" altLang="ko-KR" sz="1100" b="1" dirty="0"/>
              <a:t>R_0 Internal</a:t>
            </a:r>
            <a:r>
              <a:rPr lang="ko-KR" altLang="en-US" sz="1100" b="1" dirty="0"/>
              <a:t> </a:t>
            </a:r>
            <a:r>
              <a:rPr lang="en-US" altLang="ko-KR" sz="1100" b="1" dirty="0"/>
              <a:t>resistance</a:t>
            </a:r>
          </a:p>
          <a:p>
            <a:r>
              <a:rPr lang="en-US" altLang="ko-KR" sz="1100" b="1" dirty="0"/>
              <a:t>Q Heating </a:t>
            </a:r>
          </a:p>
          <a:p>
            <a:r>
              <a:rPr lang="en-US" altLang="ko-KR" sz="1100" b="1" dirty="0"/>
              <a:t>Discharged</a:t>
            </a:r>
            <a:r>
              <a:rPr lang="ko-KR" altLang="en-US" sz="1100" b="1" dirty="0"/>
              <a:t> </a:t>
            </a:r>
            <a:r>
              <a:rPr lang="en-US" altLang="ko-KR" sz="1100" b="1" dirty="0"/>
              <a:t>capacity</a:t>
            </a:r>
            <a:r>
              <a:rPr lang="ko-KR" altLang="en-US" sz="1100" b="1" dirty="0"/>
              <a:t> </a:t>
            </a:r>
            <a:r>
              <a:rPr lang="en-US" altLang="ko-KR" sz="1100" b="1" dirty="0"/>
              <a:t>(</a:t>
            </a:r>
            <a:r>
              <a:rPr lang="ko-KR" altLang="en-US" sz="1100" b="1" dirty="0"/>
              <a:t>현재</a:t>
            </a:r>
            <a:r>
              <a:rPr lang="en-US" altLang="ko-KR" sz="1100" b="1" dirty="0"/>
              <a:t>)</a:t>
            </a:r>
            <a:endParaRPr lang="ko-KR" altLang="en-US" sz="1100" b="1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9889C0F6-7BDF-CBFC-27EA-9C7C5A674FBE}"/>
              </a:ext>
            </a:extLst>
          </p:cNvPr>
          <p:cNvSpPr txBox="1"/>
          <p:nvPr/>
        </p:nvSpPr>
        <p:spPr>
          <a:xfrm>
            <a:off x="9727295" y="2294230"/>
            <a:ext cx="1294920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/>
              <a:t>Pde solutions</a:t>
            </a:r>
            <a:endParaRPr lang="ko-KR" altLang="en-US" sz="1200" b="1" dirty="0"/>
          </a:p>
        </p:txBody>
      </p:sp>
    </p:spTree>
    <p:extLst>
      <p:ext uri="{BB962C8B-B14F-4D97-AF65-F5344CB8AC3E}">
        <p14:creationId xmlns:p14="http://schemas.microsoft.com/office/powerpoint/2010/main" val="371736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TextBox 49">
            <a:extLst>
              <a:ext uri="{FF2B5EF4-FFF2-40B4-BE49-F238E27FC236}">
                <a16:creationId xmlns:a16="http://schemas.microsoft.com/office/drawing/2014/main" id="{C6E04A3E-66DC-23F4-BC39-B8877DD86735}"/>
              </a:ext>
            </a:extLst>
          </p:cNvPr>
          <p:cNvSpPr txBox="1"/>
          <p:nvPr/>
        </p:nvSpPr>
        <p:spPr>
          <a:xfrm>
            <a:off x="8130295" y="2593346"/>
            <a:ext cx="2808712" cy="3458768"/>
          </a:xfrm>
          <a:prstGeom prst="rect">
            <a:avLst/>
          </a:prstGeom>
          <a:noFill/>
          <a:ln w="6350">
            <a:solidFill>
              <a:schemeClr val="bg1">
                <a:lumMod val="75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just">
              <a:lnSpc>
                <a:spcPct val="150000"/>
              </a:lnSpc>
            </a:pPr>
            <a:endParaRPr lang="en-US" sz="10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54E062B6-3DF8-9843-53DC-9B6AAED918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1071" y="530792"/>
            <a:ext cx="11319127" cy="595284"/>
          </a:xfrm>
        </p:spPr>
        <p:txBody>
          <a:bodyPr/>
          <a:lstStyle/>
          <a:p>
            <a:r>
              <a:rPr lang="en-US" altLang="ko-KR" b="1" dirty="0"/>
              <a:t>1. </a:t>
            </a:r>
            <a:r>
              <a:rPr lang="ko-KR" altLang="en-US" b="1" dirty="0"/>
              <a:t>열화를 고려한 배터리 모델 기반 시뮬레이션 환경 구축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텍스트 개체 틀 2">
                <a:extLst>
                  <a:ext uri="{FF2B5EF4-FFF2-40B4-BE49-F238E27FC236}">
                    <a16:creationId xmlns:a16="http://schemas.microsoft.com/office/drawing/2014/main" id="{8C772709-6B95-4AF2-E1D7-35059EE79EAD}"/>
                  </a:ext>
                </a:extLst>
              </p:cNvPr>
              <p:cNvSpPr>
                <a:spLocks noGrp="1"/>
              </p:cNvSpPr>
              <p:nvPr>
                <p:ph type="body" sz="quarter" idx="15"/>
              </p:nvPr>
            </p:nvSpPr>
            <p:spPr>
              <a:xfrm>
                <a:off x="441323" y="1137464"/>
                <a:ext cx="11318875" cy="5189744"/>
              </a:xfrm>
            </p:spPr>
            <p:txBody>
              <a:bodyPr/>
              <a:lstStyle/>
              <a:p>
                <a:r>
                  <a:rPr lang="ko-KR" altLang="en-US" b="1" dirty="0"/>
                  <a:t>시뮬레이션 결과</a:t>
                </a:r>
                <a:endParaRPr lang="en-US" altLang="ko-KR" b="1" dirty="0"/>
              </a:p>
              <a:p>
                <a:pPr lvl="1"/>
                <a:r>
                  <a:rPr lang="ko-KR" altLang="en-US" b="1" dirty="0"/>
                  <a:t>가정</a:t>
                </a:r>
                <a:r>
                  <a:rPr lang="en-US" altLang="ko-KR" b="1" dirty="0"/>
                  <a:t>: UDDS (1369</a:t>
                </a:r>
                <a:r>
                  <a:rPr lang="ko-KR" altLang="en-US" b="1" dirty="0"/>
                  <a:t>초</a:t>
                </a:r>
                <a:r>
                  <a:rPr lang="en-US" altLang="ko-KR" b="1" dirty="0"/>
                  <a:t>) </a:t>
                </a:r>
                <a:r>
                  <a:rPr lang="ko-KR" altLang="en-US" b="1" dirty="0"/>
                  <a:t>주행 사이클은 </a:t>
                </a:r>
                <a:r>
                  <a:rPr lang="en-US" altLang="ko-KR" b="1" dirty="0"/>
                  <a:t>1</a:t>
                </a:r>
                <a:r>
                  <a:rPr lang="ko-KR" altLang="en-US" b="1" dirty="0"/>
                  <a:t>일</a:t>
                </a:r>
                <a:r>
                  <a:rPr lang="en-US" altLang="ko-KR" b="1" dirty="0"/>
                  <a:t>, </a:t>
                </a:r>
                <a:r>
                  <a:rPr lang="ko-KR" altLang="en-US" b="1" dirty="0"/>
                  <a:t>총 </a:t>
                </a:r>
                <a:r>
                  <a:rPr lang="en-US" altLang="ko-KR" b="1" dirty="0"/>
                  <a:t>2000</a:t>
                </a:r>
                <a:r>
                  <a:rPr lang="ko-KR" altLang="en-US" b="1" dirty="0"/>
                  <a:t>일</a:t>
                </a:r>
                <a:endParaRPr lang="en-US" altLang="ko-KR" b="1" dirty="0"/>
              </a:p>
              <a:p>
                <a:pPr lvl="1"/>
                <a:r>
                  <a:rPr lang="ko-KR" altLang="en-US" b="1" dirty="0"/>
                  <a:t>충</a:t>
                </a:r>
                <a:r>
                  <a:rPr lang="en-US" altLang="ko-KR" b="1" dirty="0"/>
                  <a:t>,</a:t>
                </a:r>
                <a:r>
                  <a:rPr lang="ko-KR" altLang="en-US" b="1" dirty="0"/>
                  <a:t>방전 전류는 </a:t>
                </a:r>
                <a14:m>
                  <m:oMath xmlns:m="http://schemas.openxmlformats.org/officeDocument/2006/math">
                    <m:r>
                      <a:rPr lang="en-US" altLang="ko-KR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±</m:t>
                    </m:r>
                    <m:r>
                      <m:rPr>
                        <m:nor/>
                      </m:rPr>
                      <a:rPr lang="en-US" altLang="ko-KR" b="1" dirty="0"/>
                      <m:t>2</m:t>
                    </m:r>
                  </m:oMath>
                </a14:m>
                <a:r>
                  <a:rPr lang="en-US" altLang="ko-KR" b="1" dirty="0"/>
                  <a:t>C-rate</a:t>
                </a:r>
              </a:p>
              <a:p>
                <a:pPr lvl="1"/>
                <a:r>
                  <a:rPr lang="ko-KR" altLang="en-US" b="1" dirty="0"/>
                  <a:t>용량 </a:t>
                </a:r>
                <a:r>
                  <a:rPr lang="en-US" altLang="ko-KR" b="1" dirty="0"/>
                  <a:t>Q = 5Ah</a:t>
                </a:r>
              </a:p>
            </p:txBody>
          </p:sp>
        </mc:Choice>
        <mc:Fallback>
          <p:sp>
            <p:nvSpPr>
              <p:cNvPr id="3" name="텍스트 개체 틀 2">
                <a:extLst>
                  <a:ext uri="{FF2B5EF4-FFF2-40B4-BE49-F238E27FC236}">
                    <a16:creationId xmlns:a16="http://schemas.microsoft.com/office/drawing/2014/main" id="{8C772709-6B95-4AF2-E1D7-35059EE79EA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5"/>
              </p:nvPr>
            </p:nvSpPr>
            <p:spPr>
              <a:xfrm>
                <a:off x="441323" y="1137464"/>
                <a:ext cx="11318875" cy="5189744"/>
              </a:xfrm>
              <a:blipFill>
                <a:blip r:embed="rId2"/>
                <a:stretch>
                  <a:fillRect l="-323" t="-23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B6CC68E-4639-B857-AEC4-CCCFF7C5E569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9BD6DDC0-F02B-0249-8F31-065B2676544E}" type="slidenum">
              <a:rPr lang="en-KR" smtClean="0"/>
              <a:pPr/>
              <a:t>8</a:t>
            </a:fld>
            <a:endParaRPr lang="en-KR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925DC3B3-ECD0-84A2-7369-08F73063B5E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5164" y="127002"/>
            <a:ext cx="11470605" cy="273100"/>
          </a:xfrm>
        </p:spPr>
        <p:txBody>
          <a:bodyPr/>
          <a:lstStyle/>
          <a:p>
            <a:r>
              <a:rPr lang="en-US" altLang="ko-KR" sz="1600" b="1" dirty="0"/>
              <a:t>2. </a:t>
            </a:r>
            <a:r>
              <a:rPr lang="ko-KR" altLang="en-US" sz="1600" b="1" dirty="0"/>
              <a:t>연구 진행 현황</a:t>
            </a:r>
            <a:endParaRPr lang="en-US" altLang="ko-KR" sz="1600" b="1" dirty="0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15AFD7C3-3174-A2F6-3536-9E7C20B883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01821" y="4557863"/>
            <a:ext cx="2737186" cy="1486473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9BA1B494-C564-A877-9AC5-FC388A45A5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1540" y="2873245"/>
            <a:ext cx="2658003" cy="1486474"/>
          </a:xfrm>
          <a:prstGeom prst="rect">
            <a:avLst/>
          </a:prstGeom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4FD30DD5-3A53-DDB9-8986-F74DF6A1369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97118" y="1270519"/>
            <a:ext cx="1996996" cy="1070650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</p:pic>
      <p:pic>
        <p:nvPicPr>
          <p:cNvPr id="23" name="그림 22">
            <a:extLst>
              <a:ext uri="{FF2B5EF4-FFF2-40B4-BE49-F238E27FC236}">
                <a16:creationId xmlns:a16="http://schemas.microsoft.com/office/drawing/2014/main" id="{8BBEFFB2-0757-6B60-D342-979932CCA39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81540" y="4602504"/>
            <a:ext cx="2658003" cy="1434738"/>
          </a:xfrm>
          <a:prstGeom prst="rect">
            <a:avLst/>
          </a:prstGeom>
        </p:spPr>
      </p:pic>
      <p:pic>
        <p:nvPicPr>
          <p:cNvPr id="25" name="그림 24">
            <a:extLst>
              <a:ext uri="{FF2B5EF4-FFF2-40B4-BE49-F238E27FC236}">
                <a16:creationId xmlns:a16="http://schemas.microsoft.com/office/drawing/2014/main" id="{F7A22BA9-BE70-F4D2-9933-D615B0B6E22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14135" y="2860964"/>
            <a:ext cx="2712559" cy="1440335"/>
          </a:xfrm>
          <a:prstGeom prst="rect">
            <a:avLst/>
          </a:prstGeom>
        </p:spPr>
      </p:pic>
      <p:grpSp>
        <p:nvGrpSpPr>
          <p:cNvPr id="30" name="그룹 29">
            <a:extLst>
              <a:ext uri="{FF2B5EF4-FFF2-40B4-BE49-F238E27FC236}">
                <a16:creationId xmlns:a16="http://schemas.microsoft.com/office/drawing/2014/main" id="{CFBBF0F7-AA83-445A-F4D6-64A97C0450B5}"/>
              </a:ext>
            </a:extLst>
          </p:cNvPr>
          <p:cNvGrpSpPr/>
          <p:nvPr/>
        </p:nvGrpSpPr>
        <p:grpSpPr>
          <a:xfrm>
            <a:off x="1272864" y="3057552"/>
            <a:ext cx="2989999" cy="2604334"/>
            <a:chOff x="1265533" y="3072151"/>
            <a:chExt cx="2989999" cy="2604334"/>
          </a:xfrm>
        </p:grpSpPr>
        <p:pic>
          <p:nvPicPr>
            <p:cNvPr id="19" name="그림 18">
              <a:extLst>
                <a:ext uri="{FF2B5EF4-FFF2-40B4-BE49-F238E27FC236}">
                  <a16:creationId xmlns:a16="http://schemas.microsoft.com/office/drawing/2014/main" id="{4A6D9A84-0AE5-CCDA-1C80-011328B045A0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265533" y="3334431"/>
              <a:ext cx="2989999" cy="2342054"/>
            </a:xfrm>
            <a:prstGeom prst="rect">
              <a:avLst/>
            </a:prstGeom>
          </p:spPr>
        </p:pic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C31391A2-9409-C987-8A90-AF302C1CC1F2}"/>
                </a:ext>
              </a:extLst>
            </p:cNvPr>
            <p:cNvSpPr txBox="1"/>
            <p:nvPr/>
          </p:nvSpPr>
          <p:spPr>
            <a:xfrm>
              <a:off x="1784752" y="3072151"/>
              <a:ext cx="197315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b="1" dirty="0"/>
                <a:t>Open circuit voltage</a:t>
              </a:r>
              <a:endParaRPr lang="ko-KR" altLang="en-US" sz="1400" b="1" dirty="0"/>
            </a:p>
          </p:txBody>
        </p:sp>
      </p:grpSp>
      <p:sp>
        <p:nvSpPr>
          <p:cNvPr id="33" name="타원 32">
            <a:extLst>
              <a:ext uri="{FF2B5EF4-FFF2-40B4-BE49-F238E27FC236}">
                <a16:creationId xmlns:a16="http://schemas.microsoft.com/office/drawing/2014/main" id="{CB18EDFD-EFB5-95DE-0E88-AA74ECD7BA3F}"/>
              </a:ext>
            </a:extLst>
          </p:cNvPr>
          <p:cNvSpPr/>
          <p:nvPr/>
        </p:nvSpPr>
        <p:spPr>
          <a:xfrm>
            <a:off x="1408007" y="5139459"/>
            <a:ext cx="165310" cy="17318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C36CE48-5E2A-2F27-3A01-BBA0E49D8FC5}"/>
              </a:ext>
            </a:extLst>
          </p:cNvPr>
          <p:cNvSpPr txBox="1"/>
          <p:nvPr/>
        </p:nvSpPr>
        <p:spPr>
          <a:xfrm>
            <a:off x="883529" y="5353554"/>
            <a:ext cx="1078621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>
            <a:defPPr>
              <a:defRPr lang="en-KR"/>
            </a:defPPr>
            <a:lvl1pPr algn="ctr">
              <a:defRPr sz="1200" b="1"/>
            </a:lvl1pPr>
          </a:lstStyle>
          <a:p>
            <a:r>
              <a:rPr lang="en-US" altLang="ko-KR" dirty="0"/>
              <a:t>2C-rate</a:t>
            </a:r>
            <a:r>
              <a:rPr lang="ko-KR" altLang="en-US" dirty="0"/>
              <a:t> 충전</a:t>
            </a:r>
          </a:p>
        </p:txBody>
      </p:sp>
      <p:sp>
        <p:nvSpPr>
          <p:cNvPr id="40" name="타원 39">
            <a:extLst>
              <a:ext uri="{FF2B5EF4-FFF2-40B4-BE49-F238E27FC236}">
                <a16:creationId xmlns:a16="http://schemas.microsoft.com/office/drawing/2014/main" id="{F8821C12-3E6B-728E-8B86-0F1481A6D2BB}"/>
              </a:ext>
            </a:extLst>
          </p:cNvPr>
          <p:cNvSpPr/>
          <p:nvPr/>
        </p:nvSpPr>
        <p:spPr>
          <a:xfrm>
            <a:off x="1960457" y="3444009"/>
            <a:ext cx="165310" cy="17318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9B618C6-BEF4-0849-A206-1F2EE68AD3B8}"/>
              </a:ext>
            </a:extLst>
          </p:cNvPr>
          <p:cNvSpPr txBox="1"/>
          <p:nvPr/>
        </p:nvSpPr>
        <p:spPr>
          <a:xfrm>
            <a:off x="2234267" y="3391404"/>
            <a:ext cx="1078621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>
            <a:defPPr>
              <a:defRPr lang="en-KR"/>
            </a:defPPr>
            <a:lvl1pPr algn="ctr">
              <a:defRPr sz="1200" b="1"/>
            </a:lvl1pPr>
          </a:lstStyle>
          <a:p>
            <a:r>
              <a:rPr lang="en-US" altLang="ko-KR" dirty="0"/>
              <a:t>2C-rate</a:t>
            </a:r>
            <a:r>
              <a:rPr lang="ko-KR" altLang="en-US" dirty="0"/>
              <a:t> 방전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812F9B8-EC8F-F346-B39C-961B8528B304}"/>
              </a:ext>
            </a:extLst>
          </p:cNvPr>
          <p:cNvSpPr txBox="1"/>
          <p:nvPr/>
        </p:nvSpPr>
        <p:spPr>
          <a:xfrm>
            <a:off x="5423965" y="2593346"/>
            <a:ext cx="197315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b="1" dirty="0"/>
              <a:t>Terminal Voltage</a:t>
            </a:r>
            <a:endParaRPr lang="ko-KR" altLang="en-US" sz="1400" b="1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CA66F50-DA4F-FA61-B734-CC70169C6757}"/>
              </a:ext>
            </a:extLst>
          </p:cNvPr>
          <p:cNvSpPr txBox="1"/>
          <p:nvPr/>
        </p:nvSpPr>
        <p:spPr>
          <a:xfrm>
            <a:off x="5423965" y="4318261"/>
            <a:ext cx="197315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b="1" dirty="0"/>
              <a:t>Discharged capacity</a:t>
            </a:r>
            <a:endParaRPr lang="ko-KR" altLang="en-US" sz="1400" b="1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78401F3-4B64-4A9F-510F-ACC9801C553B}"/>
              </a:ext>
            </a:extLst>
          </p:cNvPr>
          <p:cNvSpPr txBox="1"/>
          <p:nvPr/>
        </p:nvSpPr>
        <p:spPr>
          <a:xfrm>
            <a:off x="4996040" y="2593346"/>
            <a:ext cx="2848392" cy="3458768"/>
          </a:xfrm>
          <a:prstGeom prst="rect">
            <a:avLst/>
          </a:prstGeom>
          <a:noFill/>
          <a:ln w="6350">
            <a:solidFill>
              <a:schemeClr val="bg1">
                <a:lumMod val="75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just">
              <a:lnSpc>
                <a:spcPct val="150000"/>
              </a:lnSpc>
            </a:pPr>
            <a:endParaRPr lang="en-US" sz="10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8" name="오른쪽 화살표 2">
            <a:extLst>
              <a:ext uri="{FF2B5EF4-FFF2-40B4-BE49-F238E27FC236}">
                <a16:creationId xmlns:a16="http://schemas.microsoft.com/office/drawing/2014/main" id="{F8E0E34D-FC7B-605F-C067-59FC78272633}"/>
              </a:ext>
            </a:extLst>
          </p:cNvPr>
          <p:cNvSpPr/>
          <p:nvPr/>
        </p:nvSpPr>
        <p:spPr>
          <a:xfrm>
            <a:off x="4473690" y="3757736"/>
            <a:ext cx="282388" cy="1312915"/>
          </a:xfrm>
          <a:prstGeom prst="rightArrow">
            <a:avLst>
              <a:gd name="adj1" fmla="val 50000"/>
              <a:gd name="adj2" fmla="val 100000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98278AD4-36D0-850E-F48E-5DC9AE39C77D}"/>
              </a:ext>
            </a:extLst>
          </p:cNvPr>
          <p:cNvSpPr txBox="1"/>
          <p:nvPr/>
        </p:nvSpPr>
        <p:spPr>
          <a:xfrm>
            <a:off x="8583838" y="4301547"/>
            <a:ext cx="197315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b="1" dirty="0"/>
              <a:t>Temperature</a:t>
            </a:r>
            <a:endParaRPr lang="ko-KR" altLang="en-US" sz="1400" b="1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2FDB2760-099A-4E37-67C1-7796F9EEE630}"/>
              </a:ext>
            </a:extLst>
          </p:cNvPr>
          <p:cNvSpPr txBox="1"/>
          <p:nvPr/>
        </p:nvSpPr>
        <p:spPr>
          <a:xfrm>
            <a:off x="8583838" y="2601973"/>
            <a:ext cx="197315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b="1" dirty="0"/>
              <a:t>Internal resistance</a:t>
            </a:r>
            <a:endParaRPr lang="ko-KR" altLang="en-US" sz="1400" b="1" dirty="0"/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EBDDF0AE-8C3D-F127-DEC1-280665F269C0}"/>
              </a:ext>
            </a:extLst>
          </p:cNvPr>
          <p:cNvSpPr/>
          <p:nvPr/>
        </p:nvSpPr>
        <p:spPr>
          <a:xfrm>
            <a:off x="7604759" y="2941886"/>
            <a:ext cx="129541" cy="1226254"/>
          </a:xfrm>
          <a:prstGeom prst="rect">
            <a:avLst/>
          </a:prstGeom>
          <a:noFill/>
          <a:ln w="63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59" name="직선 연결선 58">
            <a:extLst>
              <a:ext uri="{FF2B5EF4-FFF2-40B4-BE49-F238E27FC236}">
                <a16:creationId xmlns:a16="http://schemas.microsoft.com/office/drawing/2014/main" id="{42E9D0D2-69AA-D295-5B2D-519F8443DA23}"/>
              </a:ext>
            </a:extLst>
          </p:cNvPr>
          <p:cNvCxnSpPr>
            <a:cxnSpLocks/>
          </p:cNvCxnSpPr>
          <p:nvPr/>
        </p:nvCxnSpPr>
        <p:spPr>
          <a:xfrm flipH="1" flipV="1">
            <a:off x="7406640" y="2362200"/>
            <a:ext cx="198119" cy="579686"/>
          </a:xfrm>
          <a:prstGeom prst="line">
            <a:avLst/>
          </a:prstGeom>
          <a:solidFill>
            <a:schemeClr val="bg1"/>
          </a:solidFill>
          <a:ln w="635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직선 연결선 60">
            <a:extLst>
              <a:ext uri="{FF2B5EF4-FFF2-40B4-BE49-F238E27FC236}">
                <a16:creationId xmlns:a16="http://schemas.microsoft.com/office/drawing/2014/main" id="{A26AA3D4-C5D2-B401-1214-205835073A48}"/>
              </a:ext>
            </a:extLst>
          </p:cNvPr>
          <p:cNvCxnSpPr>
            <a:cxnSpLocks/>
          </p:cNvCxnSpPr>
          <p:nvPr/>
        </p:nvCxnSpPr>
        <p:spPr>
          <a:xfrm flipV="1">
            <a:off x="7754606" y="2352557"/>
            <a:ext cx="1639508" cy="589329"/>
          </a:xfrm>
          <a:prstGeom prst="line">
            <a:avLst/>
          </a:prstGeom>
          <a:solidFill>
            <a:schemeClr val="bg1"/>
          </a:solidFill>
          <a:ln w="635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300195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extBox 37">
            <a:extLst>
              <a:ext uri="{FF2B5EF4-FFF2-40B4-BE49-F238E27FC236}">
                <a16:creationId xmlns:a16="http://schemas.microsoft.com/office/drawing/2014/main" id="{1701558D-B354-2346-0470-3CC0673FAAE9}"/>
              </a:ext>
            </a:extLst>
          </p:cNvPr>
          <p:cNvSpPr txBox="1"/>
          <p:nvPr/>
        </p:nvSpPr>
        <p:spPr>
          <a:xfrm>
            <a:off x="3124234" y="1512310"/>
            <a:ext cx="6241473" cy="1450475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75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just">
              <a:lnSpc>
                <a:spcPct val="150000"/>
              </a:lnSpc>
            </a:pPr>
            <a:endParaRPr lang="en-US" sz="10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CDBD86E3-7782-E536-C760-141DC7B76AA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1122"/>
          <a:stretch/>
        </p:blipFill>
        <p:spPr>
          <a:xfrm>
            <a:off x="1769353" y="3146603"/>
            <a:ext cx="8327300" cy="2487212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54E062B6-3DF8-9843-53DC-9B6AAED918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1071" y="530792"/>
            <a:ext cx="11319127" cy="595284"/>
          </a:xfrm>
        </p:spPr>
        <p:txBody>
          <a:bodyPr/>
          <a:lstStyle/>
          <a:p>
            <a:r>
              <a:rPr lang="en-US" altLang="ko-KR" b="1" dirty="0"/>
              <a:t>2. Battery Degradation </a:t>
            </a:r>
            <a:r>
              <a:rPr lang="ko-KR" altLang="en-US" b="1" dirty="0"/>
              <a:t>모델을 고려한 에너지 최적 제어 </a:t>
            </a:r>
            <a:r>
              <a:rPr lang="ko-KR" altLang="en-US" b="1" dirty="0" err="1"/>
              <a:t>아키텍쳐</a:t>
            </a:r>
            <a:endParaRPr lang="ko-KR" altLang="en-US" b="1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C772709-6B95-4AF2-E1D7-35059EE79EA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41323" y="1137464"/>
            <a:ext cx="11318875" cy="5189744"/>
          </a:xfrm>
        </p:spPr>
        <p:txBody>
          <a:bodyPr/>
          <a:lstStyle/>
          <a:p>
            <a:r>
              <a:rPr lang="en-US" altLang="ko-KR" b="1" dirty="0"/>
              <a:t>Simulation</a:t>
            </a:r>
            <a:r>
              <a:rPr lang="ko-KR" altLang="en-US" b="1" dirty="0"/>
              <a:t> </a:t>
            </a:r>
            <a:r>
              <a:rPr lang="en-US" altLang="ko-KR" b="1" dirty="0"/>
              <a:t>workflow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B6CC68E-4639-B857-AEC4-CCCFF7C5E569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9BD6DDC0-F02B-0249-8F31-065B2676544E}" type="slidenum">
              <a:rPr lang="en-KR" smtClean="0"/>
              <a:pPr/>
              <a:t>9</a:t>
            </a:fld>
            <a:endParaRPr lang="en-KR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925DC3B3-ECD0-84A2-7369-08F73063B5E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5164" y="127002"/>
            <a:ext cx="11470605" cy="273100"/>
          </a:xfrm>
        </p:spPr>
        <p:txBody>
          <a:bodyPr/>
          <a:lstStyle/>
          <a:p>
            <a:r>
              <a:rPr lang="en-US" altLang="ko-KR" sz="1600" b="1" dirty="0"/>
              <a:t>2. </a:t>
            </a:r>
            <a:r>
              <a:rPr lang="ko-KR" altLang="en-US" sz="1600" b="1" dirty="0"/>
              <a:t>연구 진행 현황</a:t>
            </a:r>
            <a:endParaRPr lang="en-US" altLang="ko-KR" sz="1600" b="1" dirty="0"/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44E61005-B748-1FA7-71C4-EA72750A093F}"/>
              </a:ext>
            </a:extLst>
          </p:cNvPr>
          <p:cNvSpPr/>
          <p:nvPr/>
        </p:nvSpPr>
        <p:spPr>
          <a:xfrm>
            <a:off x="2461765" y="4260087"/>
            <a:ext cx="1324938" cy="88900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18723298-DA8A-7B7B-1111-245E33044D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0563" y="5127366"/>
            <a:ext cx="2742072" cy="158516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33D2957-3AEF-DBD5-2E6B-152E43E4D7AE}"/>
              </a:ext>
            </a:extLst>
          </p:cNvPr>
          <p:cNvSpPr txBox="1"/>
          <p:nvPr/>
        </p:nvSpPr>
        <p:spPr>
          <a:xfrm>
            <a:off x="6578297" y="5908421"/>
            <a:ext cx="1898696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Battery model</a:t>
            </a:r>
            <a:endParaRPr lang="ko-KR" altLang="en-US" sz="1400" dirty="0"/>
          </a:p>
        </p:txBody>
      </p:sp>
      <p:sp>
        <p:nvSpPr>
          <p:cNvPr id="12" name="자유형: 도형 11">
            <a:extLst>
              <a:ext uri="{FF2B5EF4-FFF2-40B4-BE49-F238E27FC236}">
                <a16:creationId xmlns:a16="http://schemas.microsoft.com/office/drawing/2014/main" id="{2B3806ED-92D4-5661-52F5-1AAADC43EFC9}"/>
              </a:ext>
            </a:extLst>
          </p:cNvPr>
          <p:cNvSpPr/>
          <p:nvPr/>
        </p:nvSpPr>
        <p:spPr>
          <a:xfrm>
            <a:off x="3177103" y="5174959"/>
            <a:ext cx="558800" cy="915392"/>
          </a:xfrm>
          <a:custGeom>
            <a:avLst/>
            <a:gdLst>
              <a:gd name="connsiteX0" fmla="*/ 558800 w 558800"/>
              <a:gd name="connsiteY0" fmla="*/ 915392 h 915392"/>
              <a:gd name="connsiteX1" fmla="*/ 165100 w 558800"/>
              <a:gd name="connsiteY1" fmla="*/ 661392 h 915392"/>
              <a:gd name="connsiteX2" fmla="*/ 0 w 558800"/>
              <a:gd name="connsiteY2" fmla="*/ 13692 h 9153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58800" h="915392">
                <a:moveTo>
                  <a:pt x="558800" y="915392"/>
                </a:moveTo>
                <a:cubicBezTo>
                  <a:pt x="408516" y="863533"/>
                  <a:pt x="258233" y="811675"/>
                  <a:pt x="165100" y="661392"/>
                </a:cubicBezTo>
                <a:cubicBezTo>
                  <a:pt x="71967" y="511109"/>
                  <a:pt x="105833" y="-98491"/>
                  <a:pt x="0" y="13692"/>
                </a:cubicBezTo>
              </a:path>
            </a:pathLst>
          </a:custGeom>
          <a:noFill/>
          <a:ln>
            <a:solidFill>
              <a:srgbClr val="FF0000"/>
            </a:solidFill>
            <a:tailEnd type="stealt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26FFA2F8-FB53-F41C-2E59-6307B08C73B1}"/>
              </a:ext>
            </a:extLst>
          </p:cNvPr>
          <p:cNvSpPr/>
          <p:nvPr/>
        </p:nvSpPr>
        <p:spPr>
          <a:xfrm>
            <a:off x="2131565" y="3049773"/>
            <a:ext cx="1451938" cy="1046677"/>
          </a:xfrm>
          <a:prstGeom prst="roundRect">
            <a:avLst/>
          </a:prstGeom>
          <a:noFill/>
          <a:ln>
            <a:solidFill>
              <a:srgbClr val="0432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6" name="그룹 35">
            <a:extLst>
              <a:ext uri="{FF2B5EF4-FFF2-40B4-BE49-F238E27FC236}">
                <a16:creationId xmlns:a16="http://schemas.microsoft.com/office/drawing/2014/main" id="{8A3FAB43-6846-7C4F-C48D-E59D22AA9935}"/>
              </a:ext>
            </a:extLst>
          </p:cNvPr>
          <p:cNvGrpSpPr/>
          <p:nvPr/>
        </p:nvGrpSpPr>
        <p:grpSpPr>
          <a:xfrm>
            <a:off x="3204480" y="1553524"/>
            <a:ext cx="5905640" cy="1248318"/>
            <a:chOff x="2546196" y="1391707"/>
            <a:chExt cx="6496204" cy="1373150"/>
          </a:xfrm>
        </p:grpSpPr>
        <p:pic>
          <p:nvPicPr>
            <p:cNvPr id="14" name="그림 13">
              <a:extLst>
                <a:ext uri="{FF2B5EF4-FFF2-40B4-BE49-F238E27FC236}">
                  <a16:creationId xmlns:a16="http://schemas.microsoft.com/office/drawing/2014/main" id="{08D83B72-D92C-B398-20E7-789A2C89685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546196" y="1727025"/>
              <a:ext cx="1742266" cy="1037832"/>
            </a:xfrm>
            <a:prstGeom prst="rect">
              <a:avLst/>
            </a:prstGeom>
          </p:spPr>
        </p:pic>
        <p:cxnSp>
          <p:nvCxnSpPr>
            <p:cNvPr id="16" name="직선 화살표 연결선 15">
              <a:extLst>
                <a:ext uri="{FF2B5EF4-FFF2-40B4-BE49-F238E27FC236}">
                  <a16:creationId xmlns:a16="http://schemas.microsoft.com/office/drawing/2014/main" id="{5235200D-3D00-1040-FD52-BEE4C7E048BD}"/>
                </a:ext>
              </a:extLst>
            </p:cNvPr>
            <p:cNvCxnSpPr>
              <a:cxnSpLocks/>
            </p:cNvCxnSpPr>
            <p:nvPr/>
          </p:nvCxnSpPr>
          <p:spPr>
            <a:xfrm>
              <a:off x="4288462" y="2157041"/>
              <a:ext cx="395769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89FA41AC-2BC2-7A75-7AA9-5C334D88BB84}"/>
                </a:ext>
              </a:extLst>
            </p:cNvPr>
            <p:cNvSpPr txBox="1"/>
            <p:nvPr/>
          </p:nvSpPr>
          <p:spPr>
            <a:xfrm>
              <a:off x="4684231" y="1726965"/>
              <a:ext cx="1451938" cy="857446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bg1">
                  <a:lumMod val="75000"/>
                </a:schemeClr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>
                <a:lnSpc>
                  <a:spcPct val="150000"/>
                </a:lnSpc>
              </a:pPr>
              <a:r>
                <a:rPr lang="ko-KR" altLang="en-US" sz="1400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속도 제어기</a:t>
              </a:r>
              <a:br>
                <a:rPr lang="en-US" altLang="ko-KR" sz="1400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</a:br>
              <a:r>
                <a:rPr lang="en-US" altLang="ko-KR" sz="1400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400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운전자</a:t>
              </a:r>
              <a:r>
                <a:rPr lang="en-US" altLang="ko-KR" sz="1400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)</a:t>
              </a:r>
              <a:endParaRPr 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cxnSp>
          <p:nvCxnSpPr>
            <p:cNvPr id="18" name="직선 화살표 연결선 17">
              <a:extLst>
                <a:ext uri="{FF2B5EF4-FFF2-40B4-BE49-F238E27FC236}">
                  <a16:creationId xmlns:a16="http://schemas.microsoft.com/office/drawing/2014/main" id="{FF728F45-D816-E73B-63E6-721FBFB84BCF}"/>
                </a:ext>
              </a:extLst>
            </p:cNvPr>
            <p:cNvCxnSpPr>
              <a:cxnSpLocks/>
            </p:cNvCxnSpPr>
            <p:nvPr/>
          </p:nvCxnSpPr>
          <p:spPr>
            <a:xfrm>
              <a:off x="6136169" y="2155688"/>
              <a:ext cx="395769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773A051F-7683-9E40-49A5-79EB5D59E662}"/>
                </a:ext>
              </a:extLst>
            </p:cNvPr>
            <p:cNvSpPr txBox="1"/>
            <p:nvPr/>
          </p:nvSpPr>
          <p:spPr>
            <a:xfrm>
              <a:off x="6509596" y="1726965"/>
              <a:ext cx="1451938" cy="857446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bg1">
                  <a:lumMod val="75000"/>
                </a:schemeClr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sz="1400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ECMS</a:t>
              </a:r>
            </a:p>
          </p:txBody>
        </p:sp>
        <p:cxnSp>
          <p:nvCxnSpPr>
            <p:cNvPr id="24" name="직선 화살표 연결선 23">
              <a:extLst>
                <a:ext uri="{FF2B5EF4-FFF2-40B4-BE49-F238E27FC236}">
                  <a16:creationId xmlns:a16="http://schemas.microsoft.com/office/drawing/2014/main" id="{60901DD8-3CB3-C5A1-EFBB-0B238D476E6D}"/>
                </a:ext>
              </a:extLst>
            </p:cNvPr>
            <p:cNvCxnSpPr>
              <a:cxnSpLocks/>
            </p:cNvCxnSpPr>
            <p:nvPr/>
          </p:nvCxnSpPr>
          <p:spPr>
            <a:xfrm>
              <a:off x="7961534" y="1874048"/>
              <a:ext cx="395769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화살표 연결선 27">
              <a:extLst>
                <a:ext uri="{FF2B5EF4-FFF2-40B4-BE49-F238E27FC236}">
                  <a16:creationId xmlns:a16="http://schemas.microsoft.com/office/drawing/2014/main" id="{E400BB84-394F-EE9D-F93D-8F6E844BE64F}"/>
                </a:ext>
              </a:extLst>
            </p:cNvPr>
            <p:cNvCxnSpPr>
              <a:cxnSpLocks/>
            </p:cNvCxnSpPr>
            <p:nvPr/>
          </p:nvCxnSpPr>
          <p:spPr>
            <a:xfrm>
              <a:off x="7961534" y="2148640"/>
              <a:ext cx="395769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화살표 연결선 28">
              <a:extLst>
                <a:ext uri="{FF2B5EF4-FFF2-40B4-BE49-F238E27FC236}">
                  <a16:creationId xmlns:a16="http://schemas.microsoft.com/office/drawing/2014/main" id="{0314FEF7-B3D0-8475-3209-4BDD6DFC879F}"/>
                </a:ext>
              </a:extLst>
            </p:cNvPr>
            <p:cNvCxnSpPr>
              <a:cxnSpLocks/>
            </p:cNvCxnSpPr>
            <p:nvPr/>
          </p:nvCxnSpPr>
          <p:spPr>
            <a:xfrm>
              <a:off x="7961534" y="2415340"/>
              <a:ext cx="395769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aphicFrame>
          <p:nvGraphicFramePr>
            <p:cNvPr id="31" name="개체 30">
              <a:extLst>
                <a:ext uri="{FF2B5EF4-FFF2-40B4-BE49-F238E27FC236}">
                  <a16:creationId xmlns:a16="http://schemas.microsoft.com/office/drawing/2014/main" id="{BA2B92B8-A5D7-CE5F-6C34-EEB2BADDBFE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38471896"/>
                </p:ext>
              </p:extLst>
            </p:nvPr>
          </p:nvGraphicFramePr>
          <p:xfrm>
            <a:off x="5969848" y="1391707"/>
            <a:ext cx="639756" cy="35390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5" imgW="406080" imgH="241200" progId="Equation.DSMT4">
                    <p:embed/>
                  </p:oleObj>
                </mc:Choice>
                <mc:Fallback>
                  <p:oleObj name="Equation" r:id="rId5" imgW="406080" imgH="241200" progId="Equation.DSMT4">
                    <p:embed/>
                    <p:pic>
                      <p:nvPicPr>
                        <p:cNvPr id="31" name="개체 30">
                          <a:extLst>
                            <a:ext uri="{FF2B5EF4-FFF2-40B4-BE49-F238E27FC236}">
                              <a16:creationId xmlns:a16="http://schemas.microsoft.com/office/drawing/2014/main" id="{BA2B92B8-A5D7-CE5F-6C34-EEB2BADDBFEE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5969848" y="1391707"/>
                          <a:ext cx="639756" cy="353907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2" name="개체 31">
              <a:extLst>
                <a:ext uri="{FF2B5EF4-FFF2-40B4-BE49-F238E27FC236}">
                  <a16:creationId xmlns:a16="http://schemas.microsoft.com/office/drawing/2014/main" id="{606EF778-8FF0-0034-2932-54E90359B4FD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260602734"/>
                </p:ext>
              </p:extLst>
            </p:nvPr>
          </p:nvGraphicFramePr>
          <p:xfrm>
            <a:off x="8382000" y="1626032"/>
            <a:ext cx="660400" cy="3730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7" imgW="419040" imgH="253800" progId="Equation.DSMT4">
                    <p:embed/>
                  </p:oleObj>
                </mc:Choice>
                <mc:Fallback>
                  <p:oleObj name="Equation" r:id="rId7" imgW="419040" imgH="253800" progId="Equation.DSMT4">
                    <p:embed/>
                    <p:pic>
                      <p:nvPicPr>
                        <p:cNvPr id="32" name="개체 31">
                          <a:extLst>
                            <a:ext uri="{FF2B5EF4-FFF2-40B4-BE49-F238E27FC236}">
                              <a16:creationId xmlns:a16="http://schemas.microsoft.com/office/drawing/2014/main" id="{606EF778-8FF0-0034-2932-54E90359B4FD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8382000" y="1626032"/>
                          <a:ext cx="660400" cy="373062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4" name="개체 33">
              <a:extLst>
                <a:ext uri="{FF2B5EF4-FFF2-40B4-BE49-F238E27FC236}">
                  <a16:creationId xmlns:a16="http://schemas.microsoft.com/office/drawing/2014/main" id="{F76D22FE-3A02-7FB6-375B-07632A3C8996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06339741"/>
                </p:ext>
              </p:extLst>
            </p:nvPr>
          </p:nvGraphicFramePr>
          <p:xfrm>
            <a:off x="8391525" y="1966192"/>
            <a:ext cx="639763" cy="3540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9" imgW="406080" imgH="241200" progId="Equation.DSMT4">
                    <p:embed/>
                  </p:oleObj>
                </mc:Choice>
                <mc:Fallback>
                  <p:oleObj name="Equation" r:id="rId9" imgW="406080" imgH="241200" progId="Equation.DSMT4">
                    <p:embed/>
                    <p:pic>
                      <p:nvPicPr>
                        <p:cNvPr id="34" name="개체 33">
                          <a:extLst>
                            <a:ext uri="{FF2B5EF4-FFF2-40B4-BE49-F238E27FC236}">
                              <a16:creationId xmlns:a16="http://schemas.microsoft.com/office/drawing/2014/main" id="{F76D22FE-3A02-7FB6-375B-07632A3C8996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8391525" y="1966192"/>
                          <a:ext cx="639763" cy="354013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5" name="개체 34">
              <a:extLst>
                <a:ext uri="{FF2B5EF4-FFF2-40B4-BE49-F238E27FC236}">
                  <a16:creationId xmlns:a16="http://schemas.microsoft.com/office/drawing/2014/main" id="{07E2FF8B-3A69-AE16-99D3-EABAEE111D04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653235833"/>
                </p:ext>
              </p:extLst>
            </p:nvPr>
          </p:nvGraphicFramePr>
          <p:xfrm>
            <a:off x="8401050" y="2303463"/>
            <a:ext cx="619125" cy="3540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1" imgW="393480" imgH="241200" progId="Equation.DSMT4">
                    <p:embed/>
                  </p:oleObj>
                </mc:Choice>
                <mc:Fallback>
                  <p:oleObj name="Equation" r:id="rId11" imgW="393480" imgH="241200" progId="Equation.DSMT4">
                    <p:embed/>
                    <p:pic>
                      <p:nvPicPr>
                        <p:cNvPr id="35" name="개체 34">
                          <a:extLst>
                            <a:ext uri="{FF2B5EF4-FFF2-40B4-BE49-F238E27FC236}">
                              <a16:creationId xmlns:a16="http://schemas.microsoft.com/office/drawing/2014/main" id="{07E2FF8B-3A69-AE16-99D3-EABAEE111D04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8401050" y="2303463"/>
                          <a:ext cx="619125" cy="354012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cxnSp>
        <p:nvCxnSpPr>
          <p:cNvPr id="42" name="직선 화살표 연결선 41">
            <a:extLst>
              <a:ext uri="{FF2B5EF4-FFF2-40B4-BE49-F238E27FC236}">
                <a16:creationId xmlns:a16="http://schemas.microsoft.com/office/drawing/2014/main" id="{0D317AD8-538F-7AE2-8D3C-73DCD6A79290}"/>
              </a:ext>
            </a:extLst>
          </p:cNvPr>
          <p:cNvCxnSpPr/>
          <p:nvPr/>
        </p:nvCxnSpPr>
        <p:spPr>
          <a:xfrm flipV="1">
            <a:off x="3124234" y="2962785"/>
            <a:ext cx="274782" cy="86988"/>
          </a:xfrm>
          <a:prstGeom prst="straightConnector1">
            <a:avLst/>
          </a:prstGeom>
          <a:ln>
            <a:solidFill>
              <a:srgbClr val="0432F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70CF7E61-BC09-46B9-A1D5-6E96CECB33A4}"/>
              </a:ext>
            </a:extLst>
          </p:cNvPr>
          <p:cNvSpPr txBox="1"/>
          <p:nvPr/>
        </p:nvSpPr>
        <p:spPr>
          <a:xfrm>
            <a:off x="2153331" y="5395478"/>
            <a:ext cx="111195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b="1" dirty="0"/>
              <a:t>48s5p (200V)</a:t>
            </a:r>
            <a:endParaRPr lang="ko-KR" altLang="en-US" sz="1100" b="1" dirty="0"/>
          </a:p>
        </p:txBody>
      </p:sp>
    </p:spTree>
    <p:extLst>
      <p:ext uri="{BB962C8B-B14F-4D97-AF65-F5344CB8AC3E}">
        <p14:creationId xmlns:p14="http://schemas.microsoft.com/office/powerpoint/2010/main" val="11932572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직사각형 42">
            <a:extLst>
              <a:ext uri="{FF2B5EF4-FFF2-40B4-BE49-F238E27FC236}">
                <a16:creationId xmlns:a16="http://schemas.microsoft.com/office/drawing/2014/main" id="{C8CC0702-2F52-D86B-F405-A7BC962D8B25}"/>
              </a:ext>
            </a:extLst>
          </p:cNvPr>
          <p:cNvSpPr/>
          <p:nvPr/>
        </p:nvSpPr>
        <p:spPr>
          <a:xfrm>
            <a:off x="249382" y="6026714"/>
            <a:ext cx="11287855" cy="62971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54E062B6-3DF8-9843-53DC-9B6AAED918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1071" y="530792"/>
            <a:ext cx="11319127" cy="595284"/>
          </a:xfrm>
        </p:spPr>
        <p:txBody>
          <a:bodyPr/>
          <a:lstStyle/>
          <a:p>
            <a:r>
              <a:rPr lang="en-US" altLang="ko-KR" b="1" dirty="0"/>
              <a:t>2. Battery Degradation </a:t>
            </a:r>
            <a:r>
              <a:rPr lang="ko-KR" altLang="en-US" b="1" dirty="0"/>
              <a:t>모델을 고려한 에너지 최적 제어 </a:t>
            </a:r>
            <a:r>
              <a:rPr lang="ko-KR" altLang="en-US" b="1" dirty="0" err="1"/>
              <a:t>아키텍쳐</a:t>
            </a:r>
            <a:endParaRPr lang="ko-KR" altLang="en-US" b="1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C772709-6B95-4AF2-E1D7-35059EE79EA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41323" y="1137464"/>
            <a:ext cx="11318875" cy="5189744"/>
          </a:xfrm>
        </p:spPr>
        <p:txBody>
          <a:bodyPr/>
          <a:lstStyle/>
          <a:p>
            <a:r>
              <a:rPr lang="ko-KR" altLang="en-US" b="1" dirty="0"/>
              <a:t>시뮬레이션 결과</a:t>
            </a:r>
            <a:endParaRPr lang="en-US" altLang="ko-KR" b="1" dirty="0"/>
          </a:p>
          <a:p>
            <a:pPr lvl="1"/>
            <a:r>
              <a:rPr lang="en-US" altLang="ko-KR" b="1" dirty="0"/>
              <a:t>Terminal</a:t>
            </a:r>
            <a:r>
              <a:rPr lang="ko-KR" altLang="en-US" b="1" dirty="0"/>
              <a:t> </a:t>
            </a:r>
            <a:r>
              <a:rPr lang="en-US" altLang="ko-KR" b="1" dirty="0"/>
              <a:t>condition</a:t>
            </a:r>
            <a:r>
              <a:rPr lang="en-US" altLang="ko-KR" b="1" dirty="0">
                <a:sym typeface="Wingdings" panose="05000000000000000000" pitchFamily="2" charset="2"/>
              </a:rPr>
              <a:t></a:t>
            </a:r>
            <a:r>
              <a:rPr lang="ko-KR" altLang="en-US" b="1" dirty="0">
                <a:sym typeface="Wingdings" panose="05000000000000000000" pitchFamily="2" charset="2"/>
              </a:rPr>
              <a:t> </a:t>
            </a:r>
            <a:r>
              <a:rPr lang="en-US" altLang="ko-KR" b="1" dirty="0">
                <a:sym typeface="Wingdings" panose="05000000000000000000" pitchFamily="2" charset="2"/>
              </a:rPr>
              <a:t>SOC = 0.5</a:t>
            </a:r>
            <a:endParaRPr lang="en-US" altLang="ko-KR" b="1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B6CC68E-4639-B857-AEC4-CCCFF7C5E569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9BD6DDC0-F02B-0249-8F31-065B2676544E}" type="slidenum">
              <a:rPr lang="en-KR" smtClean="0"/>
              <a:pPr/>
              <a:t>10</a:t>
            </a:fld>
            <a:endParaRPr lang="en-KR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925DC3B3-ECD0-84A2-7369-08F73063B5E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5164" y="127002"/>
            <a:ext cx="11470605" cy="273100"/>
          </a:xfrm>
        </p:spPr>
        <p:txBody>
          <a:bodyPr/>
          <a:lstStyle/>
          <a:p>
            <a:r>
              <a:rPr lang="en-US" altLang="ko-KR" sz="1600" b="1" dirty="0"/>
              <a:t>2. </a:t>
            </a:r>
            <a:r>
              <a:rPr lang="ko-KR" altLang="en-US" sz="1600" b="1" dirty="0"/>
              <a:t>연구 진행 현황</a:t>
            </a:r>
            <a:endParaRPr lang="en-US" altLang="ko-KR" sz="1600" b="1" dirty="0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507762E2-F398-1AC4-F8F6-E17CC06A7C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6751" y="1940501"/>
            <a:ext cx="2991367" cy="1254867"/>
          </a:xfrm>
          <a:prstGeom prst="rect">
            <a:avLst/>
          </a:prstGeom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87FFC19A-7803-D564-D1E2-8C0C418086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6390" y="5258188"/>
            <a:ext cx="2972088" cy="1537051"/>
          </a:xfrm>
          <a:prstGeom prst="rect">
            <a:avLst/>
          </a:prstGeom>
        </p:spPr>
      </p:pic>
      <p:pic>
        <p:nvPicPr>
          <p:cNvPr id="23" name="그림 22">
            <a:extLst>
              <a:ext uri="{FF2B5EF4-FFF2-40B4-BE49-F238E27FC236}">
                <a16:creationId xmlns:a16="http://schemas.microsoft.com/office/drawing/2014/main" id="{168776B7-D224-465A-0A81-65199B6095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17697" y="3469821"/>
            <a:ext cx="3009474" cy="1594408"/>
          </a:xfrm>
          <a:prstGeom prst="rect">
            <a:avLst/>
          </a:prstGeom>
        </p:spPr>
      </p:pic>
      <p:cxnSp>
        <p:nvCxnSpPr>
          <p:cNvPr id="30" name="직선 화살표 연결선 29">
            <a:extLst>
              <a:ext uri="{FF2B5EF4-FFF2-40B4-BE49-F238E27FC236}">
                <a16:creationId xmlns:a16="http://schemas.microsoft.com/office/drawing/2014/main" id="{DD8E435E-BE54-9A87-877E-8FFD442E91EE}"/>
              </a:ext>
            </a:extLst>
          </p:cNvPr>
          <p:cNvCxnSpPr>
            <a:cxnSpLocks/>
          </p:cNvCxnSpPr>
          <p:nvPr/>
        </p:nvCxnSpPr>
        <p:spPr>
          <a:xfrm flipH="1">
            <a:off x="3022434" y="3176896"/>
            <a:ext cx="1" cy="27445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직선 화살표 연결선 32">
            <a:extLst>
              <a:ext uri="{FF2B5EF4-FFF2-40B4-BE49-F238E27FC236}">
                <a16:creationId xmlns:a16="http://schemas.microsoft.com/office/drawing/2014/main" id="{E507CDBC-E10A-55CF-E8EF-DC54419B2FAB}"/>
              </a:ext>
            </a:extLst>
          </p:cNvPr>
          <p:cNvCxnSpPr/>
          <p:nvPr/>
        </p:nvCxnSpPr>
        <p:spPr>
          <a:xfrm flipH="1">
            <a:off x="3022434" y="4964797"/>
            <a:ext cx="1" cy="27445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37" name="개체 36">
            <a:extLst>
              <a:ext uri="{FF2B5EF4-FFF2-40B4-BE49-F238E27FC236}">
                <a16:creationId xmlns:a16="http://schemas.microsoft.com/office/drawing/2014/main" id="{4BAD3528-FCD1-74F9-A286-4C95660EE62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24252979"/>
              </p:ext>
            </p:extLst>
          </p:nvPr>
        </p:nvGraphicFramePr>
        <p:xfrm>
          <a:off x="3298671" y="4973224"/>
          <a:ext cx="509588" cy="320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355320" imgH="241200" progId="Equation.DSMT4">
                  <p:embed/>
                </p:oleObj>
              </mc:Choice>
              <mc:Fallback>
                <p:oleObj name="Equation" r:id="rId5" imgW="355320" imgH="241200" progId="Equation.DSMT4">
                  <p:embed/>
                  <p:pic>
                    <p:nvPicPr>
                      <p:cNvPr id="37" name="개체 36">
                        <a:extLst>
                          <a:ext uri="{FF2B5EF4-FFF2-40B4-BE49-F238E27FC236}">
                            <a16:creationId xmlns:a16="http://schemas.microsoft.com/office/drawing/2014/main" id="{4BAD3528-FCD1-74F9-A286-4C95660EE62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298671" y="4973224"/>
                        <a:ext cx="509588" cy="3206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" name="개체 38">
            <a:extLst>
              <a:ext uri="{FF2B5EF4-FFF2-40B4-BE49-F238E27FC236}">
                <a16:creationId xmlns:a16="http://schemas.microsoft.com/office/drawing/2014/main" id="{A5FE3EDF-D063-85F1-7C31-807BEE440D0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20580929"/>
              </p:ext>
            </p:extLst>
          </p:nvPr>
        </p:nvGraphicFramePr>
        <p:xfrm>
          <a:off x="3935259" y="4990686"/>
          <a:ext cx="471487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330120" imgH="228600" progId="Equation.DSMT4">
                  <p:embed/>
                </p:oleObj>
              </mc:Choice>
              <mc:Fallback>
                <p:oleObj name="Equation" r:id="rId7" imgW="330120" imgH="228600" progId="Equation.DSMT4">
                  <p:embed/>
                  <p:pic>
                    <p:nvPicPr>
                      <p:cNvPr id="39" name="개체 38">
                        <a:extLst>
                          <a:ext uri="{FF2B5EF4-FFF2-40B4-BE49-F238E27FC236}">
                            <a16:creationId xmlns:a16="http://schemas.microsoft.com/office/drawing/2014/main" id="{A5FE3EDF-D063-85F1-7C31-807BEE440D0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935259" y="4990686"/>
                        <a:ext cx="471487" cy="304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" name="개체 39">
            <a:extLst>
              <a:ext uri="{FF2B5EF4-FFF2-40B4-BE49-F238E27FC236}">
                <a16:creationId xmlns:a16="http://schemas.microsoft.com/office/drawing/2014/main" id="{9C0F857F-EAA5-FC25-4BC0-0F08F6B33C6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25044774"/>
              </p:ext>
            </p:extLst>
          </p:nvPr>
        </p:nvGraphicFramePr>
        <p:xfrm>
          <a:off x="4532159" y="4990686"/>
          <a:ext cx="473075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330120" imgH="228600" progId="Equation.DSMT4">
                  <p:embed/>
                </p:oleObj>
              </mc:Choice>
              <mc:Fallback>
                <p:oleObj name="Equation" r:id="rId9" imgW="330120" imgH="228600" progId="Equation.DSMT4">
                  <p:embed/>
                  <p:pic>
                    <p:nvPicPr>
                      <p:cNvPr id="40" name="개체 39">
                        <a:extLst>
                          <a:ext uri="{FF2B5EF4-FFF2-40B4-BE49-F238E27FC236}">
                            <a16:creationId xmlns:a16="http://schemas.microsoft.com/office/drawing/2014/main" id="{9C0F857F-EAA5-FC25-4BC0-0F08F6B33C6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4532159" y="4990686"/>
                        <a:ext cx="473075" cy="304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" name="개체 40">
            <a:extLst>
              <a:ext uri="{FF2B5EF4-FFF2-40B4-BE49-F238E27FC236}">
                <a16:creationId xmlns:a16="http://schemas.microsoft.com/office/drawing/2014/main" id="{DD011293-F2B3-B8CE-45D7-0863A77D017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36305016"/>
              </p:ext>
            </p:extLst>
          </p:nvPr>
        </p:nvGraphicFramePr>
        <p:xfrm>
          <a:off x="3322484" y="3169824"/>
          <a:ext cx="471487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330120" imgH="228600" progId="Equation.DSMT4">
                  <p:embed/>
                </p:oleObj>
              </mc:Choice>
              <mc:Fallback>
                <p:oleObj name="Equation" r:id="rId11" imgW="330120" imgH="228600" progId="Equation.DSMT4">
                  <p:embed/>
                  <p:pic>
                    <p:nvPicPr>
                      <p:cNvPr id="41" name="개체 40">
                        <a:extLst>
                          <a:ext uri="{FF2B5EF4-FFF2-40B4-BE49-F238E27FC236}">
                            <a16:creationId xmlns:a16="http://schemas.microsoft.com/office/drawing/2014/main" id="{DD011293-F2B3-B8CE-45D7-0863A77D017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3322484" y="3169824"/>
                        <a:ext cx="471487" cy="304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5" name="그룹 44">
            <a:extLst>
              <a:ext uri="{FF2B5EF4-FFF2-40B4-BE49-F238E27FC236}">
                <a16:creationId xmlns:a16="http://schemas.microsoft.com/office/drawing/2014/main" id="{B4B9AFE4-D648-3411-C95A-172473C7B21D}"/>
              </a:ext>
            </a:extLst>
          </p:cNvPr>
          <p:cNvGrpSpPr/>
          <p:nvPr/>
        </p:nvGrpSpPr>
        <p:grpSpPr>
          <a:xfrm>
            <a:off x="6331958" y="2001797"/>
            <a:ext cx="3180070" cy="4640415"/>
            <a:chOff x="6241624" y="974823"/>
            <a:chExt cx="4232674" cy="6176393"/>
          </a:xfrm>
        </p:grpSpPr>
        <p:pic>
          <p:nvPicPr>
            <p:cNvPr id="19" name="그림 18">
              <a:extLst>
                <a:ext uri="{FF2B5EF4-FFF2-40B4-BE49-F238E27FC236}">
                  <a16:creationId xmlns:a16="http://schemas.microsoft.com/office/drawing/2014/main" id="{9A410144-A119-95A9-A371-222088CE6828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6241624" y="4963043"/>
              <a:ext cx="4232674" cy="2188173"/>
            </a:xfrm>
            <a:prstGeom prst="rect">
              <a:avLst/>
            </a:prstGeom>
          </p:spPr>
        </p:pic>
        <p:pic>
          <p:nvPicPr>
            <p:cNvPr id="25" name="그림 24">
              <a:extLst>
                <a:ext uri="{FF2B5EF4-FFF2-40B4-BE49-F238E27FC236}">
                  <a16:creationId xmlns:a16="http://schemas.microsoft.com/office/drawing/2014/main" id="{0186ED03-D464-ACAE-D8BF-04C3807E7AE1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6297425" y="3202337"/>
              <a:ext cx="4176873" cy="1626314"/>
            </a:xfrm>
            <a:prstGeom prst="rect">
              <a:avLst/>
            </a:prstGeom>
          </p:spPr>
        </p:pic>
        <p:pic>
          <p:nvPicPr>
            <p:cNvPr id="44" name="그림 43">
              <a:extLst>
                <a:ext uri="{FF2B5EF4-FFF2-40B4-BE49-F238E27FC236}">
                  <a16:creationId xmlns:a16="http://schemas.microsoft.com/office/drawing/2014/main" id="{865AB5AD-D8C5-079A-4B71-6BF650EFB351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6297425" y="974823"/>
              <a:ext cx="4176873" cy="2160122"/>
            </a:xfrm>
            <a:prstGeom prst="rect">
              <a:avLst/>
            </a:prstGeom>
          </p:spPr>
        </p:pic>
      </p:grpSp>
      <p:graphicFrame>
        <p:nvGraphicFramePr>
          <p:cNvPr id="46" name="개체 45">
            <a:extLst>
              <a:ext uri="{FF2B5EF4-FFF2-40B4-BE49-F238E27FC236}">
                <a16:creationId xmlns:a16="http://schemas.microsoft.com/office/drawing/2014/main" id="{78597D79-B090-F367-AEEA-BC7C0A5D247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86719509"/>
              </p:ext>
            </p:extLst>
          </p:nvPr>
        </p:nvGraphicFramePr>
        <p:xfrm>
          <a:off x="5802566" y="2660862"/>
          <a:ext cx="471487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470915" imgH="304931" progId="Equation.DSMT4">
                  <p:embed/>
                </p:oleObj>
              </mc:Choice>
              <mc:Fallback>
                <p:oleObj name="Equation" r:id="rId16" imgW="470915" imgH="304931" progId="Equation.DSMT4">
                  <p:embed/>
                  <p:pic>
                    <p:nvPicPr>
                      <p:cNvPr id="46" name="개체 45">
                        <a:extLst>
                          <a:ext uri="{FF2B5EF4-FFF2-40B4-BE49-F238E27FC236}">
                            <a16:creationId xmlns:a16="http://schemas.microsoft.com/office/drawing/2014/main" id="{78597D79-B090-F367-AEEA-BC7C0A5D247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5802566" y="2660862"/>
                        <a:ext cx="471487" cy="304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" name="개체 46">
            <a:extLst>
              <a:ext uri="{FF2B5EF4-FFF2-40B4-BE49-F238E27FC236}">
                <a16:creationId xmlns:a16="http://schemas.microsoft.com/office/drawing/2014/main" id="{EEFBEF76-FA7E-BB69-F78C-63BEBDD4E44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98380727"/>
              </p:ext>
            </p:extLst>
          </p:nvPr>
        </p:nvGraphicFramePr>
        <p:xfrm>
          <a:off x="5651572" y="4120907"/>
          <a:ext cx="57150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571320" imgH="241200" progId="Equation.DSMT4">
                  <p:embed/>
                </p:oleObj>
              </mc:Choice>
              <mc:Fallback>
                <p:oleObj name="Equation" r:id="rId18" imgW="571320" imgH="241200" progId="Equation.DSMT4">
                  <p:embed/>
                  <p:pic>
                    <p:nvPicPr>
                      <p:cNvPr id="47" name="개체 46">
                        <a:extLst>
                          <a:ext uri="{FF2B5EF4-FFF2-40B4-BE49-F238E27FC236}">
                            <a16:creationId xmlns:a16="http://schemas.microsoft.com/office/drawing/2014/main" id="{EEFBEF76-FA7E-BB69-F78C-63BEBDD4E44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5651572" y="4120907"/>
                        <a:ext cx="571500" cy="241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" name="개체 47">
            <a:extLst>
              <a:ext uri="{FF2B5EF4-FFF2-40B4-BE49-F238E27FC236}">
                <a16:creationId xmlns:a16="http://schemas.microsoft.com/office/drawing/2014/main" id="{D1159025-596A-2ED5-7257-1EF1F41D34D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27234889"/>
              </p:ext>
            </p:extLst>
          </p:nvPr>
        </p:nvGraphicFramePr>
        <p:xfrm>
          <a:off x="5765799" y="5673099"/>
          <a:ext cx="342900" cy="17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342720" imgH="177480" progId="Equation.DSMT4">
                  <p:embed/>
                </p:oleObj>
              </mc:Choice>
              <mc:Fallback>
                <p:oleObj name="Equation" r:id="rId20" imgW="342720" imgH="177480" progId="Equation.DSMT4">
                  <p:embed/>
                  <p:pic>
                    <p:nvPicPr>
                      <p:cNvPr id="48" name="개체 47">
                        <a:extLst>
                          <a:ext uri="{FF2B5EF4-FFF2-40B4-BE49-F238E27FC236}">
                            <a16:creationId xmlns:a16="http://schemas.microsoft.com/office/drawing/2014/main" id="{D1159025-596A-2ED5-7257-1EF1F41D34D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5765799" y="5673099"/>
                        <a:ext cx="342900" cy="177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9" name="그림 48">
            <a:extLst>
              <a:ext uri="{FF2B5EF4-FFF2-40B4-BE49-F238E27FC236}">
                <a16:creationId xmlns:a16="http://schemas.microsoft.com/office/drawing/2014/main" id="{C47A078C-308D-2041-AAB4-605EC84A831C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9662838" y="3703063"/>
            <a:ext cx="2357735" cy="1076988"/>
          </a:xfrm>
          <a:prstGeom prst="rect">
            <a:avLst/>
          </a:prstGeom>
        </p:spPr>
      </p:pic>
      <p:graphicFrame>
        <p:nvGraphicFramePr>
          <p:cNvPr id="50" name="개체 49">
            <a:extLst>
              <a:ext uri="{FF2B5EF4-FFF2-40B4-BE49-F238E27FC236}">
                <a16:creationId xmlns:a16="http://schemas.microsoft.com/office/drawing/2014/main" id="{07E9022B-077B-F488-ED22-F0E983A6BB5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83038652"/>
              </p:ext>
            </p:extLst>
          </p:nvPr>
        </p:nvGraphicFramePr>
        <p:xfrm>
          <a:off x="10731500" y="3406775"/>
          <a:ext cx="46990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3" imgW="469800" imgH="241200" progId="Equation.DSMT4">
                  <p:embed/>
                </p:oleObj>
              </mc:Choice>
              <mc:Fallback>
                <p:oleObj name="Equation" r:id="rId23" imgW="469800" imgH="241200" progId="Equation.DSMT4">
                  <p:embed/>
                  <p:pic>
                    <p:nvPicPr>
                      <p:cNvPr id="50" name="개체 49">
                        <a:extLst>
                          <a:ext uri="{FF2B5EF4-FFF2-40B4-BE49-F238E27FC236}">
                            <a16:creationId xmlns:a16="http://schemas.microsoft.com/office/drawing/2014/main" id="{07E9022B-077B-F488-ED22-F0E983A6BB5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10731500" y="3406775"/>
                        <a:ext cx="469900" cy="241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6821770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4E062B6-3DF8-9843-53DC-9B6AAED918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1071" y="530792"/>
            <a:ext cx="11319127" cy="595284"/>
          </a:xfrm>
        </p:spPr>
        <p:txBody>
          <a:bodyPr/>
          <a:lstStyle/>
          <a:p>
            <a:r>
              <a:rPr lang="ko-KR" altLang="en-US" b="1" dirty="0"/>
              <a:t>연구 계획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C772709-6B95-4AF2-E1D7-35059EE79EA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41323" y="1137464"/>
            <a:ext cx="11318875" cy="5189744"/>
          </a:xfrm>
        </p:spPr>
        <p:txBody>
          <a:bodyPr/>
          <a:lstStyle/>
          <a:p>
            <a:r>
              <a:rPr lang="ko-KR" altLang="en-US" b="1" dirty="0"/>
              <a:t>열화에 의한 </a:t>
            </a:r>
            <a:r>
              <a:rPr lang="en-US" altLang="ko-KR" b="1" dirty="0"/>
              <a:t>aging </a:t>
            </a:r>
            <a:r>
              <a:rPr lang="ko-KR" altLang="en-US" b="1" dirty="0"/>
              <a:t>모델을 고려하여 에너지 최적 제어기 구현 및 검증</a:t>
            </a:r>
            <a:endParaRPr lang="en-US" altLang="ko-KR" b="1" dirty="0"/>
          </a:p>
          <a:p>
            <a:endParaRPr lang="en-US" altLang="ko-KR" b="1" dirty="0"/>
          </a:p>
          <a:p>
            <a:endParaRPr lang="en-US" altLang="ko-KR" b="1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B6CC68E-4639-B857-AEC4-CCCFF7C5E569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9BD6DDC0-F02B-0249-8F31-065B2676544E}" type="slidenum">
              <a:rPr lang="en-KR" smtClean="0"/>
              <a:pPr/>
              <a:t>11</a:t>
            </a:fld>
            <a:endParaRPr lang="en-KR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925DC3B3-ECD0-84A2-7369-08F73063B5E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5164" y="127002"/>
            <a:ext cx="11470605" cy="273100"/>
          </a:xfrm>
        </p:spPr>
        <p:txBody>
          <a:bodyPr/>
          <a:lstStyle/>
          <a:p>
            <a:r>
              <a:rPr lang="en-US" altLang="ko-KR" b="1" dirty="0"/>
              <a:t>3</a:t>
            </a:r>
            <a:r>
              <a:rPr lang="en-US" altLang="ko-KR" sz="1600" b="1" dirty="0"/>
              <a:t>. </a:t>
            </a:r>
            <a:r>
              <a:rPr lang="ko-KR" altLang="en-US" sz="1600" b="1" dirty="0"/>
              <a:t>연구 </a:t>
            </a:r>
            <a:r>
              <a:rPr lang="ko-KR" altLang="en-US" b="1" dirty="0"/>
              <a:t>계획</a:t>
            </a:r>
            <a:endParaRPr lang="en-US" altLang="ko-KR" sz="16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2F7C2DF-F062-D7D4-122E-0D3B0838264F}"/>
              </a:ext>
            </a:extLst>
          </p:cNvPr>
          <p:cNvSpPr txBox="1"/>
          <p:nvPr/>
        </p:nvSpPr>
        <p:spPr>
          <a:xfrm>
            <a:off x="1380701" y="3178224"/>
            <a:ext cx="4813505" cy="654414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75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marL="228600" indent="-228600" algn="just">
              <a:lnSpc>
                <a:spcPct val="150000"/>
              </a:lnSpc>
              <a:buFont typeface="+mj-lt"/>
              <a:buAutoNum type="arabicPeriod" startAt="2"/>
            </a:pPr>
            <a:r>
              <a:rPr lang="en-US" altLang="ko-KR" sz="12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Battery degradation</a:t>
            </a:r>
            <a:r>
              <a:rPr lang="ko-KR" altLang="en-US" sz="12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을 고려한 최적 제어 방법론 개선</a:t>
            </a:r>
            <a:endParaRPr lang="en-US" altLang="ko-KR" sz="12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28600" indent="-2286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0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다양한 시나리오에 </a:t>
            </a:r>
            <a:r>
              <a:rPr lang="en-US" altLang="ko-KR" sz="10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ECMS, A-ECMS…</a:t>
            </a:r>
            <a:r>
              <a:rPr lang="ko-KR" altLang="en-US" sz="10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endParaRPr lang="en-US" altLang="ko-KR" sz="9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DAC554D-C66D-A04C-DDD0-8DFD9AB38771}"/>
              </a:ext>
            </a:extLst>
          </p:cNvPr>
          <p:cNvSpPr txBox="1"/>
          <p:nvPr/>
        </p:nvSpPr>
        <p:spPr>
          <a:xfrm>
            <a:off x="1380701" y="3982939"/>
            <a:ext cx="4813505" cy="654414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75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marL="228600" indent="-228600" algn="just">
              <a:lnSpc>
                <a:spcPct val="150000"/>
              </a:lnSpc>
              <a:buFont typeface="+mj-lt"/>
              <a:buAutoNum type="arabicPeriod" startAt="3"/>
            </a:pPr>
            <a:r>
              <a:rPr lang="ko-KR" altLang="en-US" sz="12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2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Battery degradation</a:t>
            </a:r>
            <a:r>
              <a:rPr lang="ko-KR" altLang="en-US" sz="12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을 나타내는 </a:t>
            </a:r>
            <a:r>
              <a:rPr lang="en-US" altLang="ko-KR" sz="12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Aging</a:t>
            </a:r>
            <a:r>
              <a:rPr lang="ko-KR" altLang="en-US" sz="12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2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model </a:t>
            </a:r>
            <a:r>
              <a:rPr lang="ko-KR" altLang="en-US" sz="12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제안</a:t>
            </a:r>
            <a:endParaRPr lang="en-US" altLang="ko-KR" sz="12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28600" indent="-2286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0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노화 또는 열화를 나타내는 </a:t>
            </a:r>
            <a:r>
              <a:rPr lang="ko-KR" altLang="en-US" sz="105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내부 저항 </a:t>
            </a:r>
            <a:r>
              <a:rPr lang="ko-KR" altLang="en-US" sz="10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모델링 및 </a:t>
            </a:r>
            <a:r>
              <a:rPr lang="en-US" altLang="ko-KR" sz="10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index factor </a:t>
            </a:r>
            <a:r>
              <a:rPr lang="ko-KR" altLang="en-US" sz="10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개발 </a:t>
            </a:r>
            <a:r>
              <a:rPr lang="en-US" altLang="ko-KR" sz="10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602F842-E504-C1C3-92C3-5A0D5818DE7D}"/>
              </a:ext>
            </a:extLst>
          </p:cNvPr>
          <p:cNvSpPr txBox="1"/>
          <p:nvPr/>
        </p:nvSpPr>
        <p:spPr>
          <a:xfrm>
            <a:off x="1380701" y="2340108"/>
            <a:ext cx="4813505" cy="687814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75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marL="228600" indent="-228600" algn="just">
              <a:lnSpc>
                <a:spcPct val="150000"/>
              </a:lnSpc>
              <a:buAutoNum type="arabicPeriod"/>
            </a:pPr>
            <a:r>
              <a:rPr lang="ko-KR" altLang="en-US" sz="12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배터리 열화들이 고려된 고도화된 배터리 모델 사용</a:t>
            </a:r>
            <a:endParaRPr lang="en-US" altLang="ko-KR" sz="12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28600" indent="-2286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0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COMSOL, </a:t>
            </a:r>
            <a:r>
              <a:rPr lang="en-US" altLang="ko-KR" sz="105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pybamm</a:t>
            </a:r>
            <a:r>
              <a:rPr lang="en-US" altLang="ko-KR" sz="10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..</a:t>
            </a:r>
          </a:p>
        </p:txBody>
      </p:sp>
      <p:sp>
        <p:nvSpPr>
          <p:cNvPr id="9" name="모서리가 둥근 직사각형 145">
            <a:extLst>
              <a:ext uri="{FF2B5EF4-FFF2-40B4-BE49-F238E27FC236}">
                <a16:creationId xmlns:a16="http://schemas.microsoft.com/office/drawing/2014/main" id="{4CA3E12C-55C3-8E38-493C-309DBD57FB21}"/>
              </a:ext>
            </a:extLst>
          </p:cNvPr>
          <p:cNvSpPr/>
          <p:nvPr/>
        </p:nvSpPr>
        <p:spPr>
          <a:xfrm>
            <a:off x="1380701" y="2021228"/>
            <a:ext cx="4813504" cy="261597"/>
          </a:xfrm>
          <a:prstGeom prst="roundRect">
            <a:avLst>
              <a:gd name="adj" fmla="val 1142"/>
            </a:avLst>
          </a:prstGeom>
          <a:solidFill>
            <a:schemeClr val="tx2">
              <a:lumMod val="10000"/>
              <a:lumOff val="90000"/>
            </a:schemeClr>
          </a:solidFill>
          <a:ln w="9525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/>
            <a:r>
              <a:rPr lang="ko-KR" altLang="en-US" sz="12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개선사항</a:t>
            </a:r>
            <a:endParaRPr lang="en-US" altLang="ko-KR" sz="1200" b="1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3B3E4C8-4A10-457C-A452-B102D70B9942}"/>
              </a:ext>
            </a:extLst>
          </p:cNvPr>
          <p:cNvSpPr txBox="1"/>
          <p:nvPr/>
        </p:nvSpPr>
        <p:spPr>
          <a:xfrm>
            <a:off x="1380701" y="4748697"/>
            <a:ext cx="4813505" cy="654414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75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marL="228600" indent="-228600" algn="just">
              <a:lnSpc>
                <a:spcPct val="150000"/>
              </a:lnSpc>
              <a:buFont typeface="+mj-lt"/>
              <a:buAutoNum type="arabicPeriod" startAt="4"/>
            </a:pPr>
            <a:r>
              <a:rPr lang="ko-KR" altLang="en-US" sz="12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2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Hardware-in-the-Loop simulation </a:t>
            </a:r>
            <a:r>
              <a:rPr lang="ko-KR" altLang="en-US" sz="12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기반 제어 검증</a:t>
            </a:r>
            <a:endParaRPr lang="en-US" altLang="ko-KR" sz="10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F5036C68-FEBC-0EFE-60E7-2937DC6E268E}"/>
              </a:ext>
            </a:extLst>
          </p:cNvPr>
          <p:cNvSpPr/>
          <p:nvPr/>
        </p:nvSpPr>
        <p:spPr>
          <a:xfrm>
            <a:off x="1380701" y="2347052"/>
            <a:ext cx="4813504" cy="680870"/>
          </a:xfrm>
          <a:prstGeom prst="rect">
            <a:avLst/>
          </a:prstGeom>
          <a:solidFill>
            <a:schemeClr val="accent1">
              <a:lumMod val="20000"/>
              <a:lumOff val="80000"/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7B13537-4F6C-7D7E-8D4D-A8ACD5E65FBE}"/>
              </a:ext>
            </a:extLst>
          </p:cNvPr>
          <p:cNvSpPr txBox="1"/>
          <p:nvPr/>
        </p:nvSpPr>
        <p:spPr>
          <a:xfrm>
            <a:off x="6298247" y="2477263"/>
            <a:ext cx="4778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altLang="ko-KR" sz="2400" dirty="0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endParaRPr lang="ko-KR" altLang="en-US" sz="2400" dirty="0">
              <a:solidFill>
                <a:srgbClr val="0000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D63BC1F2-9239-A27C-94D7-CD26C043A41A}"/>
              </a:ext>
            </a:extLst>
          </p:cNvPr>
          <p:cNvSpPr/>
          <p:nvPr/>
        </p:nvSpPr>
        <p:spPr>
          <a:xfrm>
            <a:off x="1380701" y="3171138"/>
            <a:ext cx="4813504" cy="1466215"/>
          </a:xfrm>
          <a:prstGeom prst="rect">
            <a:avLst/>
          </a:prstGeom>
          <a:solidFill>
            <a:schemeClr val="accent2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2C7734B7-0C45-6E3D-3CD6-E73D19562EE4}"/>
              </a:ext>
            </a:extLst>
          </p:cNvPr>
          <p:cNvCxnSpPr>
            <a:cxnSpLocks/>
          </p:cNvCxnSpPr>
          <p:nvPr/>
        </p:nvCxnSpPr>
        <p:spPr>
          <a:xfrm flipV="1">
            <a:off x="6386005" y="3178224"/>
            <a:ext cx="0" cy="1459129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E5ADF29B-E42B-CEA0-A3A0-8AB06F0425E3}"/>
              </a:ext>
            </a:extLst>
          </p:cNvPr>
          <p:cNvGrpSpPr/>
          <p:nvPr/>
        </p:nvGrpSpPr>
        <p:grpSpPr>
          <a:xfrm>
            <a:off x="6687127" y="3180374"/>
            <a:ext cx="3620655" cy="1514477"/>
            <a:chOff x="6096000" y="2935533"/>
            <a:chExt cx="3620655" cy="1514477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FE1B0C21-A368-F27E-9D12-AEEFC52602AE}"/>
                </a:ext>
              </a:extLst>
            </p:cNvPr>
            <p:cNvSpPr txBox="1"/>
            <p:nvPr/>
          </p:nvSpPr>
          <p:spPr>
            <a:xfrm>
              <a:off x="6096000" y="3218797"/>
              <a:ext cx="3620655" cy="1231213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bg1">
                  <a:lumMod val="75000"/>
                </a:schemeClr>
              </a:solidFill>
            </a:ln>
          </p:spPr>
          <p:txBody>
            <a:bodyPr wrap="square" rtlCol="0" anchor="ctr">
              <a:noAutofit/>
            </a:bodyPr>
            <a:lstStyle/>
            <a:p>
              <a:pPr marL="171450" indent="-171450" algn="just">
                <a:lnSpc>
                  <a:spcPct val="150000"/>
                </a:lnSpc>
                <a:buFontTx/>
                <a:buChar char="-"/>
              </a:pPr>
              <a:r>
                <a:rPr lang="ko-KR" altLang="en-US" sz="105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기존의 </a:t>
              </a:r>
              <a:r>
                <a:rPr lang="en-US" altLang="ko-KR" sz="105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ECMS </a:t>
              </a:r>
              <a:r>
                <a:rPr lang="ko-KR" altLang="en-US" sz="105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제어 검증을 위한 시뮬레이션 구축</a:t>
              </a:r>
              <a:endParaRPr lang="en-US" altLang="ko-KR" sz="105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171450" indent="-171450" algn="just">
                <a:lnSpc>
                  <a:spcPct val="150000"/>
                </a:lnSpc>
                <a:buFontTx/>
                <a:buChar char="-"/>
              </a:pPr>
              <a:r>
                <a:rPr lang="en-US" altLang="ko-KR" sz="1050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Aging modeling </a:t>
              </a:r>
              <a:r>
                <a:rPr lang="en-US" altLang="ko-KR" sz="1050" dirty="0">
                  <a:latin typeface="맑은 고딕" panose="020B0503020000020004" pitchFamily="50" charset="-127"/>
                  <a:ea typeface="맑은 고딕" panose="020B0503020000020004" pitchFamily="50" charset="-127"/>
                  <a:sym typeface="Wingdings" panose="05000000000000000000" pitchFamily="2" charset="2"/>
                </a:rPr>
                <a:t> </a:t>
              </a:r>
              <a:r>
                <a:rPr lang="ko-KR" altLang="en-US" sz="1050" dirty="0">
                  <a:latin typeface="맑은 고딕" panose="020B0503020000020004" pitchFamily="50" charset="-127"/>
                  <a:ea typeface="맑은 고딕" panose="020B0503020000020004" pitchFamily="50" charset="-127"/>
                  <a:sym typeface="Wingdings" panose="05000000000000000000" pitchFamily="2" charset="2"/>
                </a:rPr>
                <a:t>내부 저항</a:t>
              </a:r>
              <a:r>
                <a:rPr lang="en-US" altLang="ko-KR" sz="1050" dirty="0">
                  <a:latin typeface="맑은 고딕" panose="020B0503020000020004" pitchFamily="50" charset="-127"/>
                  <a:ea typeface="맑은 고딕" panose="020B0503020000020004" pitchFamily="50" charset="-127"/>
                  <a:sym typeface="Wingdings" panose="05000000000000000000" pitchFamily="2" charset="2"/>
                </a:rPr>
                <a:t>?</a:t>
              </a:r>
              <a:endParaRPr lang="en-US" altLang="ko-KR" sz="105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171450" indent="-171450" algn="just">
                <a:lnSpc>
                  <a:spcPct val="150000"/>
                </a:lnSpc>
                <a:buFontTx/>
                <a:buChar char="-"/>
              </a:pPr>
              <a:r>
                <a:rPr lang="en-US" altLang="ko-KR" sz="105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Aging model </a:t>
              </a:r>
              <a:r>
                <a:rPr lang="ko-KR" altLang="en-US" sz="105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기반으로 </a:t>
              </a:r>
              <a:r>
                <a:rPr lang="ko-KR" altLang="en-US" sz="1050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에너지 최적 제어기 구현</a:t>
              </a:r>
              <a:endParaRPr lang="en-US" altLang="ko-KR" sz="1050" b="1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171450" indent="-171450" algn="just">
                <a:lnSpc>
                  <a:spcPct val="150000"/>
                </a:lnSpc>
                <a:buFontTx/>
                <a:buChar char="-"/>
              </a:pPr>
              <a:r>
                <a:rPr lang="ko-KR" altLang="en-US" sz="105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노화 </a:t>
              </a:r>
              <a:r>
                <a:rPr lang="en-US" altLang="ko-KR" sz="105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index </a:t>
              </a:r>
              <a:r>
                <a:rPr lang="ko-KR" altLang="en-US" sz="105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기반 </a:t>
              </a:r>
              <a:r>
                <a:rPr lang="en-US" altLang="ko-KR" sz="1050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SOH </a:t>
              </a:r>
              <a:r>
                <a:rPr lang="ko-KR" altLang="en-US" sz="1050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지표 </a:t>
              </a:r>
              <a:r>
                <a:rPr lang="ko-KR" altLang="en-US" sz="105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구축 및 </a:t>
              </a:r>
              <a:r>
                <a:rPr lang="ko-KR" altLang="en-US" sz="1050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연비</a:t>
              </a:r>
              <a:r>
                <a:rPr lang="ko-KR" altLang="en-US" sz="105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 비교 </a:t>
              </a:r>
              <a:endParaRPr lang="en-US" altLang="ko-KR" sz="105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7" name="모서리가 둥근 직사각형 145">
              <a:extLst>
                <a:ext uri="{FF2B5EF4-FFF2-40B4-BE49-F238E27FC236}">
                  <a16:creationId xmlns:a16="http://schemas.microsoft.com/office/drawing/2014/main" id="{DED7C489-FE5D-8255-C44C-16D80796DAAA}"/>
                </a:ext>
              </a:extLst>
            </p:cNvPr>
            <p:cNvSpPr/>
            <p:nvPr/>
          </p:nvSpPr>
          <p:spPr>
            <a:xfrm>
              <a:off x="6096000" y="2935533"/>
              <a:ext cx="3620655" cy="261597"/>
            </a:xfrm>
            <a:prstGeom prst="roundRect">
              <a:avLst>
                <a:gd name="adj" fmla="val 1142"/>
              </a:avLst>
            </a:prstGeom>
            <a:solidFill>
              <a:schemeClr val="accent2">
                <a:lumMod val="20000"/>
                <a:lumOff val="80000"/>
              </a:schemeClr>
            </a:solidFill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/>
            <a:lstStyle/>
            <a:p>
              <a:pPr algn="ctr"/>
              <a:r>
                <a:rPr lang="ko-KR" altLang="en-US" sz="1200" b="1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진행중</a:t>
              </a:r>
              <a:endParaRPr lang="en-US" altLang="ko-KR" sz="12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id="{9431AB30-B356-38D6-9324-EF7E2E55B5A1}"/>
              </a:ext>
            </a:extLst>
          </p:cNvPr>
          <p:cNvSpPr txBox="1"/>
          <p:nvPr/>
        </p:nvSpPr>
        <p:spPr>
          <a:xfrm>
            <a:off x="9881403" y="3548685"/>
            <a:ext cx="4778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altLang="ko-KR" dirty="0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endParaRPr lang="ko-KR" altLang="en-US" dirty="0">
              <a:solidFill>
                <a:srgbClr val="0000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629509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31817</TotalTime>
  <Words>841</Words>
  <Application>Microsoft Office PowerPoint</Application>
  <PresentationFormat>와이드스크린</PresentationFormat>
  <Paragraphs>160</Paragraphs>
  <Slides>11</Slides>
  <Notes>1</Notes>
  <HiddenSlides>0</HiddenSlides>
  <MMClips>0</MMClips>
  <ScaleCrop>false</ScaleCrop>
  <HeadingPairs>
    <vt:vector size="8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포함된 OLE 서버</vt:lpstr>
      </vt:variant>
      <vt:variant>
        <vt:i4>2</vt:i4>
      </vt:variant>
      <vt:variant>
        <vt:lpstr>슬라이드 제목</vt:lpstr>
      </vt:variant>
      <vt:variant>
        <vt:i4>11</vt:i4>
      </vt:variant>
    </vt:vector>
  </HeadingPairs>
  <TitlesOfParts>
    <vt:vector size="22" baseType="lpstr">
      <vt:lpstr>KoPub돋움체 Medium</vt:lpstr>
      <vt:lpstr>NanumBarunGothic</vt:lpstr>
      <vt:lpstr>나눔바른고딕</vt:lpstr>
      <vt:lpstr>맑은 고딕</vt:lpstr>
      <vt:lpstr>Arial</vt:lpstr>
      <vt:lpstr>Cambria Math</vt:lpstr>
      <vt:lpstr>Times New Roman</vt:lpstr>
      <vt:lpstr>Wingdings</vt:lpstr>
      <vt:lpstr>Office Theme</vt:lpstr>
      <vt:lpstr>Equation</vt:lpstr>
      <vt:lpstr>MathType 7.0 Equation</vt:lpstr>
      <vt:lpstr>PowerPoint 프레젠테이션</vt:lpstr>
      <vt:lpstr>PowerPoint 프레젠테이션</vt:lpstr>
      <vt:lpstr>배터리 열화 모델 기반 에너지 관리 제어 전략 [1]</vt:lpstr>
      <vt:lpstr>배터리 열화 모델 기반 에너지 관리 제어 전략 [1]</vt:lpstr>
      <vt:lpstr>배터리 열화 모델 기반 에너지 관리 제어 전략 [1]</vt:lpstr>
      <vt:lpstr>1. 열화를 고려한 배터리 모델 기반 시뮬레이션 환경 구축</vt:lpstr>
      <vt:lpstr>1. 열화를 고려한 배터리 모델 기반 시뮬레이션 환경 구축</vt:lpstr>
      <vt:lpstr>1. 열화를 고려한 배터리 모델 기반 시뮬레이션 환경 구축</vt:lpstr>
      <vt:lpstr>2. Battery Degradation 모델을 고려한 에너지 최적 제어 아키텍쳐</vt:lpstr>
      <vt:lpstr>2. Battery Degradation 모델을 고려한 에너지 최적 제어 아키텍쳐</vt:lpstr>
      <vt:lpstr>연구 계획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띵</dc:creator>
  <cp:lastModifiedBy>Seunghun Jang</cp:lastModifiedBy>
  <cp:revision>306</cp:revision>
  <dcterms:created xsi:type="dcterms:W3CDTF">2024-10-18T07:32:01Z</dcterms:created>
  <dcterms:modified xsi:type="dcterms:W3CDTF">2025-11-28T10:16:27Z</dcterms:modified>
</cp:coreProperties>
</file>