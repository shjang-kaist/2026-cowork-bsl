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102" y="46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8D5ED-796B-48AB-8761-A393B6660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AEEFE4-8FA9-4688-A816-2C74EFD13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B88C3-62B5-4A24-BD53-9C9EA7C7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91F078-A9E0-427C-A3CB-544947B7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9F5B0-2C5C-4B99-BAA3-976548E5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8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3937F-B7DA-4E37-8F14-B630CE90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51B325-EC2A-4088-8233-40AB4B9B9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9BE36-BF4A-4FF6-8825-7546DFFF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1C1BBE-5007-4167-B243-DA88B96A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48308C-04BA-4B17-ACED-4256A6E0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5E962-8928-4EF6-8447-39015566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F5315B-7C43-4CB8-9339-8045F3545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83EDE-047D-4D6E-82E5-6E496D91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7B8039-4885-49D1-840A-5EBE8BED0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EF9D0F-303F-43CA-B03F-3C8B7104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7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66F48-DAFB-48C0-8AB2-51191760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8BE5F-05C6-4DA3-8AC2-945165884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18961B-559B-43AD-ABCF-63E0C191C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39168-7012-460A-BED3-D3733047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60DC88-47A7-479E-8BC6-D1E82ECC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04182E-C8A2-4119-8352-C90FB32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2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26CD1-ECAA-4945-A043-F1F3D598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D9578F-E8F2-4F0F-A8A4-A27398BF1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ED9777-1E16-4BC2-BF30-DC1CC0358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88ABF8-D0CD-4783-8B5B-EFCC55BEB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9D3453-49C4-45B6-9E29-862C612CE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1BE66F-D6E8-45FB-8B86-E71559CC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46492B-4B23-44AE-BE98-FF693D69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D76922-DD30-40E2-B91A-2FC1DD53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9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2AFB4-53AA-4737-AF19-901EA769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7E608D-AFCF-496F-ACB2-4C34BAC0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2393F-507D-471A-9013-D337F548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B15556-358F-4B25-AA14-9D4CF142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40CA9E-89A3-4675-934E-195FCA28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D999A1-9880-4CD8-AA5C-5EFAD214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1F09C-F243-431D-9E81-23186EB0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0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1689E-2251-4F06-B362-0D284415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82F1D-08BE-4923-9172-2B3BF70E8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49A3BC-C5EE-43D0-87B8-CDD550E86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C07CB9-8D7C-4FE5-832B-B18B16B9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77A16-056E-4080-AF66-F1FF13C6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C818FA-A8B8-4E40-A3CC-9DECF88E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4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62052-0EED-4094-96A6-24FADFC5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885EF0-00F6-4AE8-BABA-780236C71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0CCF92-DB37-4146-BAE9-2940C8957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2B0928-85BD-48FB-AB9E-A9C00437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6C6D33-2390-487B-8F66-D17D6699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95F527-D784-4D13-AC4F-F55FC989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0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D2426-41AD-4306-971E-059EABF2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4B1D10-5F3C-4EB8-8B62-803E34D2F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2D303-D263-41FF-862A-41636DB9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92D69-B045-414C-A772-BC0F12D7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5B11A-DF5A-4524-8466-69E11A86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0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4F3C4D-2972-477D-A5E7-BBCE1AF67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F8F69E-B6A0-4E2E-B43A-0955D651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27C1B-E6D5-41F7-9A7F-6DEE8753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65FE91-FEC3-43A8-9A58-597B7B88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254DFC-6698-40E4-B43F-5B11B263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3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94A56D-3403-4DC3-879A-800CAE66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747E09-DCEE-464A-8660-55C4C614C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026C3-C340-463A-BC22-0D5A5011C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228AE-783D-4250-81B6-C8D2640616A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10646-2E5C-424E-9B61-14B0FA8BE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3389B-9023-490F-AA50-050896BAA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6B5FC-5589-4002-8FAB-3ACCD70C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6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23955DD-6373-4E51-8D0B-87F947D88E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목적함수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제목 1">
                <a:extLst>
                  <a:ext uri="{FF2B5EF4-FFF2-40B4-BE49-F238E27FC236}">
                    <a16:creationId xmlns:a16="http://schemas.microsoft.com/office/drawing/2014/main" id="{0869297C-DD82-4565-AE7E-2BD0AF7CA2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3119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𝑜𝑐𝑣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𝑏𝑎𝑡𝑡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𝑏𝑎𝑡𝑡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𝐵𝑇𝑀𝑆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제목 1">
                <a:extLst>
                  <a:ext uri="{FF2B5EF4-FFF2-40B4-BE49-F238E27FC236}">
                    <a16:creationId xmlns:a16="http://schemas.microsoft.com/office/drawing/2014/main" id="{0869297C-DD82-4565-AE7E-2BD0AF7C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3119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제목 1">
                <a:extLst>
                  <a:ext uri="{FF2B5EF4-FFF2-40B4-BE49-F238E27FC236}">
                    <a16:creationId xmlns:a16="http://schemas.microsoft.com/office/drawing/2014/main" id="{5E0CB3F1-4E57-4582-BC45-FD1D633AB3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94887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lnSpcReduction="10000"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14350" indent="-514350">
                  <a:buAutoNum type="arabicPeriod"/>
                </a:pPr>
                <a:r>
                  <a:rPr lang="ko-KR" altLang="en-US" sz="3200" dirty="0"/>
                  <a:t>최적화 전 </a:t>
                </a:r>
                <a:r>
                  <a:rPr lang="ko-KR" altLang="en-US" sz="3200" dirty="0" err="1"/>
                  <a:t>변수값</a:t>
                </a:r>
                <a:r>
                  <a:rPr lang="ko-KR" altLang="en-US" sz="3200" dirty="0"/>
                  <a:t> 설정 </a:t>
                </a:r>
                <a:r>
                  <a:rPr lang="en-US" altLang="ko-KR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𝑜𝑐𝑣</m:t>
                        </m:r>
                      </m:sub>
                    </m:sSub>
                  </m:oMath>
                </a14:m>
                <a:r>
                  <a:rPr lang="en-US" altLang="ko-KR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ko-KR" sz="3200" dirty="0"/>
                  <a:t>, SOC,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𝑛𝑜𝑚</m:t>
                        </m:r>
                      </m:sub>
                    </m:sSub>
                  </m:oMath>
                </a14:m>
                <a:r>
                  <a:rPr lang="en-US" altLang="ko-KR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𝑛𝑜𝑚</m:t>
                        </m:r>
                      </m:sub>
                    </m:sSub>
                  </m:oMath>
                </a14:m>
                <a:r>
                  <a:rPr lang="en-US" altLang="ko-KR" sz="3200" dirty="0"/>
                  <a:t>)</a:t>
                </a:r>
              </a:p>
              <a:p>
                <a:pPr marL="514350" indent="-514350">
                  <a:buAutoNum type="arabicPeriod"/>
                </a:pPr>
                <a:endParaRPr lang="en-US" altLang="ko-KR" sz="3200" dirty="0"/>
              </a:p>
              <a:p>
                <a:pPr marL="514350" indent="-514350">
                  <a:buAutoNum type="arabicPeriod"/>
                </a:pPr>
                <a:r>
                  <a:rPr lang="ko-KR" altLang="en-US" sz="3200" dirty="0"/>
                  <a:t>목적함수 내 </a:t>
                </a:r>
                <a:r>
                  <a:rPr lang="ko-KR" altLang="en-US" sz="3200" dirty="0" err="1"/>
                  <a:t>변수값</a:t>
                </a:r>
                <a:r>
                  <a:rPr lang="ko-KR" altLang="en-US" sz="3200" dirty="0"/>
                  <a:t> 세팅 및 최적화 수행</a:t>
                </a:r>
                <a:endParaRPr lang="en-US" sz="3200" dirty="0"/>
              </a:p>
            </p:txBody>
          </p:sp>
        </mc:Choice>
        <mc:Fallback xmlns="">
          <p:sp>
            <p:nvSpPr>
              <p:cNvPr id="7" name="제목 1">
                <a:extLst>
                  <a:ext uri="{FF2B5EF4-FFF2-40B4-BE49-F238E27FC236}">
                    <a16:creationId xmlns:a16="http://schemas.microsoft.com/office/drawing/2014/main" id="{5E0CB3F1-4E57-4582-BC45-FD1D633AB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94887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t="-10138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097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6432A-44AD-4955-B468-130DECA5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</a:t>
            </a:r>
            <a:r>
              <a:rPr lang="ko-KR" altLang="en-US" dirty="0"/>
              <a:t>에서 </a:t>
            </a:r>
            <a:r>
              <a:rPr lang="en-US" dirty="0"/>
              <a:t>OCV </a:t>
            </a:r>
            <a:r>
              <a:rPr lang="ko-KR" altLang="en-US" dirty="0"/>
              <a:t>구하기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24EA8-CDD3-4108-B366-077503BF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04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x_set1 ; </a:t>
            </a:r>
            <a:r>
              <a:rPr 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 용량 </a:t>
            </a:r>
            <a:r>
              <a:rPr lang="en-US" altLang="ko-KR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[Ah]</a:t>
            </a:r>
            <a:endParaRPr lang="en-US" sz="20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Load </a:t>
            </a:r>
            <a:r>
              <a:rPr lang="de-DE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T1_OCV_AH_Data_module2_mu.mat </a:t>
            </a:r>
            <a:r>
              <a:rPr 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변수 </a:t>
            </a:r>
            <a:r>
              <a:rPr 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</a:t>
            </a:r>
          </a:p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Load </a:t>
            </a:r>
            <a:r>
              <a:rPr lang="de-DE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T1_OCV_AH_Data_module2_sys.mat </a:t>
            </a:r>
            <a:r>
              <a:rPr 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변수 </a:t>
            </a:r>
            <a:r>
              <a:rPr lang="en-US" altLang="ko-KR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de-DE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b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x_norm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(x_set1 - mu(1))/mu(2);</a:t>
            </a:r>
          </a:p>
          <a:p>
            <a:pPr marL="0" indent="0">
              <a:buNone/>
            </a:pP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est_OCV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</a:t>
            </a:r>
          </a:p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p(1)*(x_norm.^6)+p(2)*(x_norm.^5)+p(3)*(x_norm.^4)+ p(4)*(x_norm.^3)+p(5)*(x_norm.^2)+p(6)*(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x_norm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)+p(7);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C7ECB9-81EA-4B78-B1AB-886F7F7CD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619" y="1825625"/>
            <a:ext cx="3898635" cy="292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21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구하기</a:t>
                </a:r>
                <a:endParaRPr 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24EA8-CDD3-4108-B366-077503BF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04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초기값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0.0162 (25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기준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BC9A77-4489-E82D-3E83-C109FE4E5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906536"/>
              </p:ext>
            </p:extLst>
          </p:nvPr>
        </p:nvGraphicFramePr>
        <p:xfrm>
          <a:off x="1480457" y="2743200"/>
          <a:ext cx="9158514" cy="959644"/>
        </p:xfrm>
        <a:graphic>
          <a:graphicData uri="http://schemas.openxmlformats.org/drawingml/2006/table">
            <a:tbl>
              <a:tblPr/>
              <a:tblGrid>
                <a:gridCol w="1526419">
                  <a:extLst>
                    <a:ext uri="{9D8B030D-6E8A-4147-A177-3AD203B41FA5}">
                      <a16:colId xmlns:a16="http://schemas.microsoft.com/office/drawing/2014/main" val="3842330315"/>
                    </a:ext>
                  </a:extLst>
                </a:gridCol>
                <a:gridCol w="1526419">
                  <a:extLst>
                    <a:ext uri="{9D8B030D-6E8A-4147-A177-3AD203B41FA5}">
                      <a16:colId xmlns:a16="http://schemas.microsoft.com/office/drawing/2014/main" val="122693292"/>
                    </a:ext>
                  </a:extLst>
                </a:gridCol>
                <a:gridCol w="1526419">
                  <a:extLst>
                    <a:ext uri="{9D8B030D-6E8A-4147-A177-3AD203B41FA5}">
                      <a16:colId xmlns:a16="http://schemas.microsoft.com/office/drawing/2014/main" val="1880255090"/>
                    </a:ext>
                  </a:extLst>
                </a:gridCol>
                <a:gridCol w="1526419">
                  <a:extLst>
                    <a:ext uri="{9D8B030D-6E8A-4147-A177-3AD203B41FA5}">
                      <a16:colId xmlns:a16="http://schemas.microsoft.com/office/drawing/2014/main" val="998671890"/>
                    </a:ext>
                  </a:extLst>
                </a:gridCol>
                <a:gridCol w="1526419">
                  <a:extLst>
                    <a:ext uri="{9D8B030D-6E8A-4147-A177-3AD203B41FA5}">
                      <a16:colId xmlns:a16="http://schemas.microsoft.com/office/drawing/2014/main" val="2430419083"/>
                    </a:ext>
                  </a:extLst>
                </a:gridCol>
                <a:gridCol w="1526419">
                  <a:extLst>
                    <a:ext uri="{9D8B030D-6E8A-4147-A177-3AD203B41FA5}">
                      <a16:colId xmlns:a16="http://schemas.microsoft.com/office/drawing/2014/main" val="983721406"/>
                    </a:ext>
                  </a:extLst>
                </a:gridCol>
              </a:tblGrid>
              <a:tr h="4798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Cycle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843370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0.0316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0.0215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0.0162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0.0134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0.0122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32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65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𝑏𝑎𝑡𝑡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함</m:t>
                    </m:r>
                  </m:oMath>
                </a14:m>
                <a:r>
                  <a:rPr lang="ko-KR" altLang="en-US" dirty="0"/>
                  <a:t>수</a:t>
                </a:r>
                <a:endParaRPr 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24EA8-CDD3-4108-B366-077503BF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497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Load 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BC_sys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 </a:t>
            </a:r>
            <a:r>
              <a:rPr 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 전류 </a:t>
            </a:r>
            <a:r>
              <a:rPr lang="en-US" altLang="ko-KR" sz="20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function of speed and acceleration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Propulsion (ACC &gt; 0)</a:t>
            </a:r>
          </a:p>
          <a:p>
            <a:pPr marL="0" indent="0">
              <a:buNone/>
            </a:pP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BC_prop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BC_sys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(speed, acceleration);</a:t>
            </a:r>
          </a:p>
          <a:p>
            <a:pPr marL="0" indent="0">
              <a:buNone/>
            </a:pP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Regeneration (ACC &lt; 0)</a:t>
            </a:r>
          </a:p>
          <a:p>
            <a:pPr marL="0" indent="0">
              <a:buNone/>
            </a:pP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BC_regen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-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BC_sys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(speed, acceleration);</a:t>
            </a:r>
          </a:p>
          <a:p>
            <a:pPr marL="0" indent="0">
              <a:buNone/>
            </a:pP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coeff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exp(0.0411./abs(ACC)).^-1;</a:t>
            </a:r>
          </a:p>
          <a:p>
            <a:pPr marL="0" indent="0">
              <a:buNone/>
            </a:pP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BC_regen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0.125*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coeff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.*</a:t>
            </a:r>
            <a:r>
              <a:rPr 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BC_regen</a:t>
            </a:r>
            <a:r>
              <a: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  <a:p>
            <a:pPr marL="0" indent="0">
              <a:buNone/>
            </a:pP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2D484D-3083-428A-8CB2-7C6E7317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290" y="2592197"/>
            <a:ext cx="4779687" cy="358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8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SOC </a:t>
                </a:r>
                <a:r>
                  <a:rPr lang="ko-KR" altLang="en-US" dirty="0"/>
                  <a:t>계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산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56432A-44AD-4955-B468-130DECA53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5F24EA8-CDD3-4108-B366-077503BFF8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649749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𝑏𝑎𝑡𝑡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값을 적산</a:t>
                </a:r>
                <a:endParaRPr lang="en-US" altLang="ko-KR" sz="2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Q_nom</a:t>
                </a:r>
                <a:r>
                  <a:rPr lang="ko-KR" altLang="en-US" sz="2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으로 나눈다</a:t>
                </a:r>
                <a:r>
                  <a:rPr lang="en-US" altLang="ko-KR" sz="2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SOC </a:t>
                </a:r>
                <a:r>
                  <a:rPr lang="ko-KR" altLang="en-US" sz="2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계산</a:t>
                </a:r>
                <a:endParaRPr lang="en-US" sz="2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5F24EA8-CDD3-4108-B366-077503BFF8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649749" cy="4351338"/>
              </a:xfrm>
              <a:blipFill>
                <a:blip r:embed="rId3"/>
                <a:stretch>
                  <a:fillRect l="-776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02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277</Words>
  <Application>Microsoft Office PowerPoint</Application>
  <PresentationFormat>와이드스크린</PresentationFormat>
  <Paragraphs>40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ADLaM Display</vt:lpstr>
      <vt:lpstr>Arial</vt:lpstr>
      <vt:lpstr>Calibri</vt:lpstr>
      <vt:lpstr>Calibri Light</vt:lpstr>
      <vt:lpstr>Cambria Math</vt:lpstr>
      <vt:lpstr>Pretendard</vt:lpstr>
      <vt:lpstr>Office 테마</vt:lpstr>
      <vt:lpstr>PowerPoint 프레젠테이션</vt:lpstr>
      <vt:lpstr>SOC에서 OCV 구하기</vt:lpstr>
      <vt:lpstr>R_in  구하기</vt:lpstr>
      <vt:lpstr>I_batt  함수</vt:lpstr>
      <vt:lpstr>SOC 계산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김동민</dc:creator>
  <cp:lastModifiedBy>user</cp:lastModifiedBy>
  <cp:revision>11</cp:revision>
  <dcterms:created xsi:type="dcterms:W3CDTF">2026-01-13T05:13:24Z</dcterms:created>
  <dcterms:modified xsi:type="dcterms:W3CDTF">2026-01-13T05:48:03Z</dcterms:modified>
</cp:coreProperties>
</file>